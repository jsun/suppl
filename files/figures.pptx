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7"/>
  </p:notesMasterIdLst>
  <p:sldIdLst>
    <p:sldId id="260" r:id="rId2"/>
    <p:sldId id="259" r:id="rId3"/>
    <p:sldId id="261" r:id="rId4"/>
    <p:sldId id="263" r:id="rId5"/>
    <p:sldId id="262" r:id="rId6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27"/>
    <p:restoredTop sz="94582"/>
  </p:normalViewPr>
  <p:slideViewPr>
    <p:cSldViewPr snapToGrid="0" snapToObjects="1">
      <p:cViewPr>
        <p:scale>
          <a:sx n="134" d="100"/>
          <a:sy n="134" d="100"/>
        </p:scale>
        <p:origin x="2248" y="-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49E99B-5FC3-5749-8BEF-5E7A24BB1FD9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C436D7-ECED-F544-A52B-C22C74B72B0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27398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436D7-ECED-F544-A52B-C22C74B72B00}" type="slidenum">
              <a:rPr lang="en-JP" smtClean="0"/>
              <a:t>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94099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436D7-ECED-F544-A52B-C22C74B72B00}" type="slidenum">
              <a:rPr lang="en-JP" smtClean="0"/>
              <a:t>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70431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436D7-ECED-F544-A52B-C22C74B72B00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239828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436D7-ECED-F544-A52B-C22C74B72B00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79093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56911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61862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70584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18114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47112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60727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0613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4752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9731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60170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15357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AFE4D-1EDA-744D-B99E-CC22EA1AFE82}" type="datetimeFigureOut">
              <a:rPr lang="en-JP" smtClean="0"/>
              <a:t>2020/11/23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22451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87B595E2-6C26-0341-95BC-A2EF5C47B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937" y="3823034"/>
            <a:ext cx="3063871" cy="20726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A6C47ED-8163-F841-8DBD-6844E48B7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267" y="1906528"/>
            <a:ext cx="2983541" cy="20182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9314772-1980-4049-8F6B-DD9DE41746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003" y="3811099"/>
            <a:ext cx="2983541" cy="201827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5E6C15C-926F-5043-B001-87DBC6A3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162" y="1885728"/>
            <a:ext cx="2983541" cy="2018278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29E0131B-DCDE-7441-A9DA-A932C87FC87C}"/>
              </a:ext>
            </a:extLst>
          </p:cNvPr>
          <p:cNvSpPr txBox="1"/>
          <p:nvPr/>
        </p:nvSpPr>
        <p:spPr>
          <a:xfrm>
            <a:off x="-26953" y="3833195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C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E36C7D-1FF7-A242-B940-DEFD3E39B793}"/>
              </a:ext>
            </a:extLst>
          </p:cNvPr>
          <p:cNvSpPr txBox="1"/>
          <p:nvPr/>
        </p:nvSpPr>
        <p:spPr>
          <a:xfrm>
            <a:off x="-26953" y="1914736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A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1566A-908C-FD4D-A001-41C8AC7AFA2C}"/>
              </a:ext>
            </a:extLst>
          </p:cNvPr>
          <p:cNvSpPr txBox="1"/>
          <p:nvPr/>
        </p:nvSpPr>
        <p:spPr>
          <a:xfrm rot="16200000">
            <a:off x="-22251" y="2600333"/>
            <a:ext cx="8515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% reads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E1FF30-E727-A446-AFE4-3AF007CCAB8B}"/>
              </a:ext>
            </a:extLst>
          </p:cNvPr>
          <p:cNvSpPr txBox="1"/>
          <p:nvPr/>
        </p:nvSpPr>
        <p:spPr>
          <a:xfrm rot="16200000">
            <a:off x="-88252" y="4525704"/>
            <a:ext cx="8515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% reads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26603D-5A56-C14A-8D2F-7EEF3AAB73A2}"/>
              </a:ext>
            </a:extLst>
          </p:cNvPr>
          <p:cNvSpPr txBox="1"/>
          <p:nvPr/>
        </p:nvSpPr>
        <p:spPr>
          <a:xfrm>
            <a:off x="3302126" y="1914736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B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EB1C77-7D6C-494C-A43F-C4512C6AFB41}"/>
              </a:ext>
            </a:extLst>
          </p:cNvPr>
          <p:cNvSpPr txBox="1"/>
          <p:nvPr/>
        </p:nvSpPr>
        <p:spPr>
          <a:xfrm>
            <a:off x="3302126" y="3833195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B87551-E08F-F84C-983F-B98C4B6CC332}"/>
              </a:ext>
            </a:extLst>
          </p:cNvPr>
          <p:cNvSpPr txBox="1"/>
          <p:nvPr/>
        </p:nvSpPr>
        <p:spPr>
          <a:xfrm rot="16200000">
            <a:off x="3310552" y="2628849"/>
            <a:ext cx="8515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% reads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3ECFFF5-9C50-9040-A28C-4B87A88BB7E3}"/>
              </a:ext>
            </a:extLst>
          </p:cNvPr>
          <p:cNvSpPr txBox="1"/>
          <p:nvPr/>
        </p:nvSpPr>
        <p:spPr>
          <a:xfrm rot="16200000">
            <a:off x="2933045" y="4545356"/>
            <a:ext cx="160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number of genes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4D57CA-91F7-2E45-9CCD-2BA6562745E0}"/>
              </a:ext>
            </a:extLst>
          </p:cNvPr>
          <p:cNvSpPr txBox="1"/>
          <p:nvPr/>
        </p:nvSpPr>
        <p:spPr>
          <a:xfrm>
            <a:off x="62979" y="42443"/>
            <a:ext cx="168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3600" dirty="0"/>
              <a:t>Figure 1</a:t>
            </a:r>
          </a:p>
        </p:txBody>
      </p:sp>
    </p:spTree>
    <p:extLst>
      <p:ext uri="{BB962C8B-B14F-4D97-AF65-F5344CB8AC3E}">
        <p14:creationId xmlns:p14="http://schemas.microsoft.com/office/powerpoint/2010/main" val="148731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64F67D-EC66-0843-A35B-61B9559A8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95" y="1292446"/>
            <a:ext cx="3292538" cy="356691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50A822B-BB37-3045-95B9-52B4A030B0DF}"/>
              </a:ext>
            </a:extLst>
          </p:cNvPr>
          <p:cNvSpPr txBox="1"/>
          <p:nvPr/>
        </p:nvSpPr>
        <p:spPr>
          <a:xfrm>
            <a:off x="921461" y="1475258"/>
            <a:ext cx="21146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TraesCS4D02G145400</a:t>
            </a:r>
            <a:endParaRPr lang="en-JP" sz="1200" b="1" dirty="0">
              <a:solidFill>
                <a:srgbClr val="C00000"/>
              </a:solidFill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F45CDC-2C5B-1E49-89EA-EDFA429988A3}"/>
              </a:ext>
            </a:extLst>
          </p:cNvPr>
          <p:cNvSpPr txBox="1"/>
          <p:nvPr/>
        </p:nvSpPr>
        <p:spPr>
          <a:xfrm>
            <a:off x="536143" y="2059052"/>
            <a:ext cx="21066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TraesCS2B02G330500</a:t>
            </a:r>
            <a:endParaRPr lang="en-JP" sz="1200" b="1" dirty="0">
              <a:solidFill>
                <a:srgbClr val="C00000"/>
              </a:solidFill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18E518-C87E-E84C-A77B-FF4833AAD24E}"/>
              </a:ext>
            </a:extLst>
          </p:cNvPr>
          <p:cNvSpPr txBox="1"/>
          <p:nvPr/>
        </p:nvSpPr>
        <p:spPr>
          <a:xfrm>
            <a:off x="1218268" y="3577288"/>
            <a:ext cx="21146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TraesCS4D02G263300</a:t>
            </a:r>
            <a:endParaRPr lang="en-JP" sz="1200" b="1" dirty="0">
              <a:solidFill>
                <a:srgbClr val="C00000"/>
              </a:solidFill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F2756CC-4512-8047-8E03-7AD164126A50}"/>
              </a:ext>
            </a:extLst>
          </p:cNvPr>
          <p:cNvCxnSpPr>
            <a:cxnSpLocks/>
          </p:cNvCxnSpPr>
          <p:nvPr/>
        </p:nvCxnSpPr>
        <p:spPr>
          <a:xfrm>
            <a:off x="1998680" y="3854287"/>
            <a:ext cx="112295" cy="182825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C2855AD-4642-2943-9570-E824ADEBC32D}"/>
              </a:ext>
            </a:extLst>
          </p:cNvPr>
          <p:cNvCxnSpPr>
            <a:cxnSpLocks/>
          </p:cNvCxnSpPr>
          <p:nvPr/>
        </p:nvCxnSpPr>
        <p:spPr>
          <a:xfrm>
            <a:off x="1741439" y="1696867"/>
            <a:ext cx="112295" cy="182825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4D25888-973B-EA46-AAC7-4826FC267D4D}"/>
              </a:ext>
            </a:extLst>
          </p:cNvPr>
          <p:cNvCxnSpPr>
            <a:cxnSpLocks/>
          </p:cNvCxnSpPr>
          <p:nvPr/>
        </p:nvCxnSpPr>
        <p:spPr>
          <a:xfrm flipH="1">
            <a:off x="738079" y="2309528"/>
            <a:ext cx="220167" cy="136447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A screenshot of a cell phone&#10;&#10;Description automatically generated">
            <a:extLst>
              <a:ext uri="{FF2B5EF4-FFF2-40B4-BE49-F238E27FC236}">
                <a16:creationId xmlns:a16="http://schemas.microsoft.com/office/drawing/2014/main" id="{41FD3E64-6AE2-5649-AAD9-11C89AEA6B9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2588" t="12534" r="25787" b="59841"/>
          <a:stretch/>
        </p:blipFill>
        <p:spPr>
          <a:xfrm>
            <a:off x="3741866" y="1540162"/>
            <a:ext cx="2987411" cy="2259496"/>
          </a:xfrm>
          <a:prstGeom prst="rect">
            <a:avLst/>
          </a:prstGeom>
        </p:spPr>
      </p:pic>
      <p:pic>
        <p:nvPicPr>
          <p:cNvPr id="39" name="Picture 38" descr="A screenshot of a cell phone&#10;&#10;Description automatically generated">
            <a:extLst>
              <a:ext uri="{FF2B5EF4-FFF2-40B4-BE49-F238E27FC236}">
                <a16:creationId xmlns:a16="http://schemas.microsoft.com/office/drawing/2014/main" id="{619A25CD-5BCE-E743-AA49-1DA0319CBB4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2432" t="12605" r="25786" b="59612"/>
          <a:stretch/>
        </p:blipFill>
        <p:spPr>
          <a:xfrm>
            <a:off x="300394" y="4953001"/>
            <a:ext cx="2996533" cy="2272410"/>
          </a:xfrm>
          <a:prstGeom prst="rect">
            <a:avLst/>
          </a:prstGeom>
        </p:spPr>
      </p:pic>
      <p:pic>
        <p:nvPicPr>
          <p:cNvPr id="43" name="Picture 42" descr="A screenshot of a cell phone&#10;&#10;Description automatically generated">
            <a:extLst>
              <a:ext uri="{FF2B5EF4-FFF2-40B4-BE49-F238E27FC236}">
                <a16:creationId xmlns:a16="http://schemas.microsoft.com/office/drawing/2014/main" id="{A20F8D8C-A201-D641-8B88-60E3FC3DA54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184" t="12605" r="25519" b="59650"/>
          <a:stretch/>
        </p:blipFill>
        <p:spPr>
          <a:xfrm>
            <a:off x="3702969" y="4953000"/>
            <a:ext cx="3026308" cy="226930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2B0C994C-C32B-8946-AA8D-549C236F9322}"/>
              </a:ext>
            </a:extLst>
          </p:cNvPr>
          <p:cNvSpPr txBox="1"/>
          <p:nvPr/>
        </p:nvSpPr>
        <p:spPr>
          <a:xfrm>
            <a:off x="-38828" y="1442074"/>
            <a:ext cx="349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A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819B47-FF5F-944B-ADA4-2011C33DA651}"/>
              </a:ext>
            </a:extLst>
          </p:cNvPr>
          <p:cNvSpPr txBox="1"/>
          <p:nvPr/>
        </p:nvSpPr>
        <p:spPr>
          <a:xfrm>
            <a:off x="3392651" y="1442074"/>
            <a:ext cx="340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B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89C2C3-76DF-4549-BEEE-61707ED8C086}"/>
              </a:ext>
            </a:extLst>
          </p:cNvPr>
          <p:cNvSpPr txBox="1"/>
          <p:nvPr/>
        </p:nvSpPr>
        <p:spPr>
          <a:xfrm>
            <a:off x="-39388" y="490604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C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0933F0D-AD77-F846-BE8F-6AA4AA6CD7C2}"/>
              </a:ext>
            </a:extLst>
          </p:cNvPr>
          <p:cNvSpPr txBox="1"/>
          <p:nvPr/>
        </p:nvSpPr>
        <p:spPr>
          <a:xfrm>
            <a:off x="3392091" y="4906044"/>
            <a:ext cx="349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A1A0376-192F-894C-A055-9EEA55F7EC0D}"/>
              </a:ext>
            </a:extLst>
          </p:cNvPr>
          <p:cNvSpPr/>
          <p:nvPr/>
        </p:nvSpPr>
        <p:spPr>
          <a:xfrm>
            <a:off x="5121479" y="3933952"/>
            <a:ext cx="266778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B660A5F-0AF1-AE48-B467-104C6C3C7D8B}"/>
              </a:ext>
            </a:extLst>
          </p:cNvPr>
          <p:cNvSpPr/>
          <p:nvPr/>
        </p:nvSpPr>
        <p:spPr>
          <a:xfrm>
            <a:off x="5939206" y="3933952"/>
            <a:ext cx="163785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Triangle 44">
            <a:extLst>
              <a:ext uri="{FF2B5EF4-FFF2-40B4-BE49-F238E27FC236}">
                <a16:creationId xmlns:a16="http://schemas.microsoft.com/office/drawing/2014/main" id="{27162B23-DA8A-7246-9FD4-25A4F126738C}"/>
              </a:ext>
            </a:extLst>
          </p:cNvPr>
          <p:cNvSpPr/>
          <p:nvPr/>
        </p:nvSpPr>
        <p:spPr>
          <a:xfrm rot="5400000">
            <a:off x="5188840" y="3952899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riangle 68">
            <a:extLst>
              <a:ext uri="{FF2B5EF4-FFF2-40B4-BE49-F238E27FC236}">
                <a16:creationId xmlns:a16="http://schemas.microsoft.com/office/drawing/2014/main" id="{85CE8A91-8413-064F-B02D-E37CAB49A0C7}"/>
              </a:ext>
            </a:extLst>
          </p:cNvPr>
          <p:cNvSpPr/>
          <p:nvPr/>
        </p:nvSpPr>
        <p:spPr>
          <a:xfrm rot="5400000">
            <a:off x="5979739" y="3952899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EC03B2-3101-A442-9991-8CC07D184215}"/>
              </a:ext>
            </a:extLst>
          </p:cNvPr>
          <p:cNvSpPr txBox="1"/>
          <p:nvPr/>
        </p:nvSpPr>
        <p:spPr>
          <a:xfrm>
            <a:off x="5413393" y="4136636"/>
            <a:ext cx="14766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TraesCS2B02G330600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9B4F048-FC5F-4F44-8741-BB81B62B5707}"/>
              </a:ext>
            </a:extLst>
          </p:cNvPr>
          <p:cNvSpPr txBox="1"/>
          <p:nvPr/>
        </p:nvSpPr>
        <p:spPr>
          <a:xfrm>
            <a:off x="4069736" y="4143006"/>
            <a:ext cx="14766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TraesCS2B02G330500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820C4B7-BE42-EE4A-92CC-09DD703BEE82}"/>
              </a:ext>
            </a:extLst>
          </p:cNvPr>
          <p:cNvSpPr txBox="1"/>
          <p:nvPr/>
        </p:nvSpPr>
        <p:spPr>
          <a:xfrm>
            <a:off x="4355670" y="3571739"/>
            <a:ext cx="6848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2,154 bp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C2B59F-5119-144C-A47E-841AA2F32BED}"/>
              </a:ext>
            </a:extLst>
          </p:cNvPr>
          <p:cNvCxnSpPr>
            <a:cxnSpLocks/>
          </p:cNvCxnSpPr>
          <p:nvPr/>
        </p:nvCxnSpPr>
        <p:spPr>
          <a:xfrm>
            <a:off x="3741867" y="3797004"/>
            <a:ext cx="2987410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19425EC0-A3F0-1844-8D26-A0650FA6DA16}"/>
              </a:ext>
            </a:extLst>
          </p:cNvPr>
          <p:cNvSpPr/>
          <p:nvPr/>
        </p:nvSpPr>
        <p:spPr>
          <a:xfrm>
            <a:off x="1187042" y="7507047"/>
            <a:ext cx="1256215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18C7FE4-BBDE-5F40-A4F9-2C0669725738}"/>
              </a:ext>
            </a:extLst>
          </p:cNvPr>
          <p:cNvSpPr/>
          <p:nvPr/>
        </p:nvSpPr>
        <p:spPr>
          <a:xfrm>
            <a:off x="3119488" y="7507047"/>
            <a:ext cx="163785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Triangle 73">
            <a:extLst>
              <a:ext uri="{FF2B5EF4-FFF2-40B4-BE49-F238E27FC236}">
                <a16:creationId xmlns:a16="http://schemas.microsoft.com/office/drawing/2014/main" id="{528168F9-9B11-5D42-BD9D-6FF5A9904F75}"/>
              </a:ext>
            </a:extLst>
          </p:cNvPr>
          <p:cNvSpPr/>
          <p:nvPr/>
        </p:nvSpPr>
        <p:spPr>
          <a:xfrm rot="5400000">
            <a:off x="1257509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5" name="Triangle 74">
            <a:extLst>
              <a:ext uri="{FF2B5EF4-FFF2-40B4-BE49-F238E27FC236}">
                <a16:creationId xmlns:a16="http://schemas.microsoft.com/office/drawing/2014/main" id="{EFE73F0A-7BDE-6B4E-89F0-76229D0C63D4}"/>
              </a:ext>
            </a:extLst>
          </p:cNvPr>
          <p:cNvSpPr/>
          <p:nvPr/>
        </p:nvSpPr>
        <p:spPr>
          <a:xfrm rot="5400000">
            <a:off x="1782539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6" name="Triangle 75">
            <a:extLst>
              <a:ext uri="{FF2B5EF4-FFF2-40B4-BE49-F238E27FC236}">
                <a16:creationId xmlns:a16="http://schemas.microsoft.com/office/drawing/2014/main" id="{60343F88-A332-A846-8868-2D1820217B81}"/>
              </a:ext>
            </a:extLst>
          </p:cNvPr>
          <p:cNvSpPr/>
          <p:nvPr/>
        </p:nvSpPr>
        <p:spPr>
          <a:xfrm rot="16200000">
            <a:off x="3160021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020E4D6-2533-8D4C-9003-73EB43957047}"/>
              </a:ext>
            </a:extLst>
          </p:cNvPr>
          <p:cNvSpPr txBox="1"/>
          <p:nvPr/>
        </p:nvSpPr>
        <p:spPr>
          <a:xfrm>
            <a:off x="2212024" y="7299652"/>
            <a:ext cx="14830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TraesCS4D02G145500</a:t>
            </a:r>
            <a:endParaRPr lang="en-JP" sz="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0CC3537-348B-6344-9964-DC79570161A3}"/>
              </a:ext>
            </a:extLst>
          </p:cNvPr>
          <p:cNvSpPr txBox="1"/>
          <p:nvPr/>
        </p:nvSpPr>
        <p:spPr>
          <a:xfrm>
            <a:off x="847967" y="7621117"/>
            <a:ext cx="14830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TraesCS4D02G145400</a:t>
            </a:r>
            <a:endParaRPr lang="en-JP" sz="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2993B69-B08B-D14F-81AD-F27F2C014954}"/>
              </a:ext>
            </a:extLst>
          </p:cNvPr>
          <p:cNvSpPr txBox="1"/>
          <p:nvPr/>
        </p:nvSpPr>
        <p:spPr>
          <a:xfrm>
            <a:off x="1607205" y="7027458"/>
            <a:ext cx="6848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3,297 bp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C799822-3DB2-494A-8BA8-DA0B662D4049}"/>
              </a:ext>
            </a:extLst>
          </p:cNvPr>
          <p:cNvCxnSpPr>
            <a:cxnSpLocks/>
          </p:cNvCxnSpPr>
          <p:nvPr/>
        </p:nvCxnSpPr>
        <p:spPr>
          <a:xfrm>
            <a:off x="300395" y="7220458"/>
            <a:ext cx="2987410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riangle 80">
            <a:extLst>
              <a:ext uri="{FF2B5EF4-FFF2-40B4-BE49-F238E27FC236}">
                <a16:creationId xmlns:a16="http://schemas.microsoft.com/office/drawing/2014/main" id="{1932E090-3D3D-084C-83F1-9F56D8EACB4D}"/>
              </a:ext>
            </a:extLst>
          </p:cNvPr>
          <p:cNvSpPr/>
          <p:nvPr/>
        </p:nvSpPr>
        <p:spPr>
          <a:xfrm rot="5400000">
            <a:off x="1520024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2" name="Triangle 81">
            <a:extLst>
              <a:ext uri="{FF2B5EF4-FFF2-40B4-BE49-F238E27FC236}">
                <a16:creationId xmlns:a16="http://schemas.microsoft.com/office/drawing/2014/main" id="{1526FB17-FC41-7348-A999-370370E247F9}"/>
              </a:ext>
            </a:extLst>
          </p:cNvPr>
          <p:cNvSpPr/>
          <p:nvPr/>
        </p:nvSpPr>
        <p:spPr>
          <a:xfrm rot="5400000">
            <a:off x="2307570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3" name="Triangle 82">
            <a:extLst>
              <a:ext uri="{FF2B5EF4-FFF2-40B4-BE49-F238E27FC236}">
                <a16:creationId xmlns:a16="http://schemas.microsoft.com/office/drawing/2014/main" id="{B8E0252F-55A2-A742-99B3-26EC47B61A65}"/>
              </a:ext>
            </a:extLst>
          </p:cNvPr>
          <p:cNvSpPr/>
          <p:nvPr/>
        </p:nvSpPr>
        <p:spPr>
          <a:xfrm rot="5400000">
            <a:off x="2045054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46FFCF0-75CE-204D-8FD9-F5F0E23B0DE5}"/>
              </a:ext>
            </a:extLst>
          </p:cNvPr>
          <p:cNvSpPr/>
          <p:nvPr/>
        </p:nvSpPr>
        <p:spPr>
          <a:xfrm>
            <a:off x="4280696" y="7507047"/>
            <a:ext cx="1901798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7DB7509-CDC0-2743-A3E4-F5EFF7D79424}"/>
              </a:ext>
            </a:extLst>
          </p:cNvPr>
          <p:cNvSpPr/>
          <p:nvPr/>
        </p:nvSpPr>
        <p:spPr>
          <a:xfrm>
            <a:off x="3699315" y="7507047"/>
            <a:ext cx="420143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6" name="Triangle 85">
            <a:extLst>
              <a:ext uri="{FF2B5EF4-FFF2-40B4-BE49-F238E27FC236}">
                <a16:creationId xmlns:a16="http://schemas.microsoft.com/office/drawing/2014/main" id="{9A9E9149-0FF1-6540-99BF-800FB1E3166D}"/>
              </a:ext>
            </a:extLst>
          </p:cNvPr>
          <p:cNvSpPr/>
          <p:nvPr/>
        </p:nvSpPr>
        <p:spPr>
          <a:xfrm rot="5400000">
            <a:off x="4667927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Triangle 86">
            <a:extLst>
              <a:ext uri="{FF2B5EF4-FFF2-40B4-BE49-F238E27FC236}">
                <a16:creationId xmlns:a16="http://schemas.microsoft.com/office/drawing/2014/main" id="{1AD203DC-6D8A-104E-969E-81506406DD67}"/>
              </a:ext>
            </a:extLst>
          </p:cNvPr>
          <p:cNvSpPr/>
          <p:nvPr/>
        </p:nvSpPr>
        <p:spPr>
          <a:xfrm rot="5400000">
            <a:off x="5203265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B197FE0-493D-8149-9CA3-975DB93BD4D4}"/>
              </a:ext>
            </a:extLst>
          </p:cNvPr>
          <p:cNvSpPr txBox="1"/>
          <p:nvPr/>
        </p:nvSpPr>
        <p:spPr>
          <a:xfrm>
            <a:off x="3539997" y="7609241"/>
            <a:ext cx="14830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TraesCS4D02G263200</a:t>
            </a:r>
            <a:endParaRPr lang="en-JP" sz="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49E4B5-660B-CE4E-8F26-DFDDCF67C2D5}"/>
              </a:ext>
            </a:extLst>
          </p:cNvPr>
          <p:cNvSpPr txBox="1"/>
          <p:nvPr/>
        </p:nvSpPr>
        <p:spPr>
          <a:xfrm>
            <a:off x="4982946" y="7604371"/>
            <a:ext cx="14830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TraesCS4D02G263300</a:t>
            </a:r>
            <a:endParaRPr lang="en-JP" sz="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4DC407-4BFC-A448-9EDB-5F102A9D299A}"/>
              </a:ext>
            </a:extLst>
          </p:cNvPr>
          <p:cNvSpPr txBox="1"/>
          <p:nvPr/>
        </p:nvSpPr>
        <p:spPr>
          <a:xfrm>
            <a:off x="5023095" y="7027458"/>
            <a:ext cx="6848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5,022 bp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C5097EEA-AE43-3141-A4DC-70FB871EA835}"/>
              </a:ext>
            </a:extLst>
          </p:cNvPr>
          <p:cNvCxnSpPr>
            <a:cxnSpLocks/>
          </p:cNvCxnSpPr>
          <p:nvPr/>
        </p:nvCxnSpPr>
        <p:spPr>
          <a:xfrm>
            <a:off x="3699351" y="7220458"/>
            <a:ext cx="3024000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riangle 92">
            <a:extLst>
              <a:ext uri="{FF2B5EF4-FFF2-40B4-BE49-F238E27FC236}">
                <a16:creationId xmlns:a16="http://schemas.microsoft.com/office/drawing/2014/main" id="{820DBB25-AD62-FB41-8002-86CA17B2C091}"/>
              </a:ext>
            </a:extLst>
          </p:cNvPr>
          <p:cNvSpPr/>
          <p:nvPr/>
        </p:nvSpPr>
        <p:spPr>
          <a:xfrm rot="5400000">
            <a:off x="4935596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0ED1EDA0-A647-054E-8658-F5D94F59FF38}"/>
              </a:ext>
            </a:extLst>
          </p:cNvPr>
          <p:cNvSpPr/>
          <p:nvPr/>
        </p:nvSpPr>
        <p:spPr>
          <a:xfrm rot="5400000">
            <a:off x="5738603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5" name="Triangle 94">
            <a:extLst>
              <a:ext uri="{FF2B5EF4-FFF2-40B4-BE49-F238E27FC236}">
                <a16:creationId xmlns:a16="http://schemas.microsoft.com/office/drawing/2014/main" id="{49AAA1ED-1251-D040-894F-72A7C76F476F}"/>
              </a:ext>
            </a:extLst>
          </p:cNvPr>
          <p:cNvSpPr/>
          <p:nvPr/>
        </p:nvSpPr>
        <p:spPr>
          <a:xfrm rot="5400000">
            <a:off x="5470934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riangle 95">
            <a:extLst>
              <a:ext uri="{FF2B5EF4-FFF2-40B4-BE49-F238E27FC236}">
                <a16:creationId xmlns:a16="http://schemas.microsoft.com/office/drawing/2014/main" id="{6CCD94A4-CE89-1440-85B5-AF0D8068F498}"/>
              </a:ext>
            </a:extLst>
          </p:cNvPr>
          <p:cNvSpPr/>
          <p:nvPr/>
        </p:nvSpPr>
        <p:spPr>
          <a:xfrm rot="5400000">
            <a:off x="4400258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7" name="Triangle 96">
            <a:extLst>
              <a:ext uri="{FF2B5EF4-FFF2-40B4-BE49-F238E27FC236}">
                <a16:creationId xmlns:a16="http://schemas.microsoft.com/office/drawing/2014/main" id="{23E8225C-8F5B-3E47-992B-0588D924A4DB}"/>
              </a:ext>
            </a:extLst>
          </p:cNvPr>
          <p:cNvSpPr/>
          <p:nvPr/>
        </p:nvSpPr>
        <p:spPr>
          <a:xfrm rot="5400000">
            <a:off x="6006270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EE8833D9-F5A8-7F48-AB86-5CA34CF1265B}"/>
              </a:ext>
            </a:extLst>
          </p:cNvPr>
          <p:cNvSpPr/>
          <p:nvPr/>
        </p:nvSpPr>
        <p:spPr>
          <a:xfrm rot="5400000">
            <a:off x="3779672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9" name="Triangle 98">
            <a:extLst>
              <a:ext uri="{FF2B5EF4-FFF2-40B4-BE49-F238E27FC236}">
                <a16:creationId xmlns:a16="http://schemas.microsoft.com/office/drawing/2014/main" id="{DC584448-4126-8244-9BBA-756882D4FB1C}"/>
              </a:ext>
            </a:extLst>
          </p:cNvPr>
          <p:cNvSpPr/>
          <p:nvPr/>
        </p:nvSpPr>
        <p:spPr>
          <a:xfrm rot="5400000">
            <a:off x="3952672" y="752599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EDE5CC0-6245-2247-A1B2-78D1F589DD14}"/>
              </a:ext>
            </a:extLst>
          </p:cNvPr>
          <p:cNvSpPr/>
          <p:nvPr/>
        </p:nvSpPr>
        <p:spPr>
          <a:xfrm>
            <a:off x="5160677" y="7827413"/>
            <a:ext cx="540000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3" name="Triangle 102">
            <a:extLst>
              <a:ext uri="{FF2B5EF4-FFF2-40B4-BE49-F238E27FC236}">
                <a16:creationId xmlns:a16="http://schemas.microsoft.com/office/drawing/2014/main" id="{312224B3-26DB-7349-B293-F9FDA610D50E}"/>
              </a:ext>
            </a:extLst>
          </p:cNvPr>
          <p:cNvSpPr/>
          <p:nvPr/>
        </p:nvSpPr>
        <p:spPr>
          <a:xfrm rot="5400000">
            <a:off x="5389654" y="7846360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6995674A-39EF-AE49-80C8-79EB9D427538}"/>
              </a:ext>
            </a:extLst>
          </p:cNvPr>
          <p:cNvSpPr/>
          <p:nvPr/>
        </p:nvSpPr>
        <p:spPr>
          <a:xfrm rot="5400000">
            <a:off x="5194464" y="7846360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5" name="Triangle 104">
            <a:extLst>
              <a:ext uri="{FF2B5EF4-FFF2-40B4-BE49-F238E27FC236}">
                <a16:creationId xmlns:a16="http://schemas.microsoft.com/office/drawing/2014/main" id="{68FA46A3-AFDF-1E4C-B777-15E814E8E444}"/>
              </a:ext>
            </a:extLst>
          </p:cNvPr>
          <p:cNvSpPr/>
          <p:nvPr/>
        </p:nvSpPr>
        <p:spPr>
          <a:xfrm rot="5400000">
            <a:off x="5584844" y="7846360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C59FA8-A803-834F-B402-24B5799D734B}"/>
              </a:ext>
            </a:extLst>
          </p:cNvPr>
          <p:cNvSpPr txBox="1"/>
          <p:nvPr/>
        </p:nvSpPr>
        <p:spPr>
          <a:xfrm>
            <a:off x="4903648" y="7920137"/>
            <a:ext cx="14830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TraesCS4D02G263400</a:t>
            </a:r>
            <a:endParaRPr lang="en-JP" sz="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A52333-AFFD-0C46-A375-07FCA7964867}"/>
              </a:ext>
            </a:extLst>
          </p:cNvPr>
          <p:cNvSpPr txBox="1"/>
          <p:nvPr/>
        </p:nvSpPr>
        <p:spPr>
          <a:xfrm>
            <a:off x="3794019" y="3891223"/>
            <a:ext cx="5613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IWGSC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2D38DC-EED3-084E-89B3-86E5327C8017}"/>
              </a:ext>
            </a:extLst>
          </p:cNvPr>
          <p:cNvSpPr txBox="1"/>
          <p:nvPr/>
        </p:nvSpPr>
        <p:spPr>
          <a:xfrm>
            <a:off x="3625652" y="4337093"/>
            <a:ext cx="77296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IWGSC+1k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A7F7405-C157-3A46-936C-F4A41D114B48}"/>
              </a:ext>
            </a:extLst>
          </p:cNvPr>
          <p:cNvSpPr/>
          <p:nvPr/>
        </p:nvSpPr>
        <p:spPr>
          <a:xfrm>
            <a:off x="5121479" y="4387126"/>
            <a:ext cx="817718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C9E6F06-3826-2A49-990E-3E55A9A953BF}"/>
              </a:ext>
            </a:extLst>
          </p:cNvPr>
          <p:cNvSpPr/>
          <p:nvPr/>
        </p:nvSpPr>
        <p:spPr>
          <a:xfrm>
            <a:off x="5939205" y="4515434"/>
            <a:ext cx="792000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1" name="Triangle 60">
            <a:extLst>
              <a:ext uri="{FF2B5EF4-FFF2-40B4-BE49-F238E27FC236}">
                <a16:creationId xmlns:a16="http://schemas.microsoft.com/office/drawing/2014/main" id="{C5DE9249-7508-2341-B7F8-83E79D9F170D}"/>
              </a:ext>
            </a:extLst>
          </p:cNvPr>
          <p:cNvSpPr/>
          <p:nvPr/>
        </p:nvSpPr>
        <p:spPr>
          <a:xfrm rot="5400000">
            <a:off x="5253636" y="440448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5" name="Triangle 64">
            <a:extLst>
              <a:ext uri="{FF2B5EF4-FFF2-40B4-BE49-F238E27FC236}">
                <a16:creationId xmlns:a16="http://schemas.microsoft.com/office/drawing/2014/main" id="{0DA5F607-5A93-2449-B85C-474329BD9552}"/>
              </a:ext>
            </a:extLst>
          </p:cNvPr>
          <p:cNvSpPr/>
          <p:nvPr/>
        </p:nvSpPr>
        <p:spPr>
          <a:xfrm rot="5400000">
            <a:off x="6042094" y="4535396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Triangle 87">
            <a:extLst>
              <a:ext uri="{FF2B5EF4-FFF2-40B4-BE49-F238E27FC236}">
                <a16:creationId xmlns:a16="http://schemas.microsoft.com/office/drawing/2014/main" id="{9D8775E2-0DF8-B249-94CE-C85907D93DB9}"/>
              </a:ext>
            </a:extLst>
          </p:cNvPr>
          <p:cNvSpPr/>
          <p:nvPr/>
        </p:nvSpPr>
        <p:spPr>
          <a:xfrm rot="5400000">
            <a:off x="5729733" y="440448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69F04545-E58D-9B4D-81DF-F8D9CCCAA33E}"/>
              </a:ext>
            </a:extLst>
          </p:cNvPr>
          <p:cNvSpPr/>
          <p:nvPr/>
        </p:nvSpPr>
        <p:spPr>
          <a:xfrm rot="5400000">
            <a:off x="6559915" y="4535396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6ED489A-CF20-2742-BB5A-3ECF5CC74977}"/>
              </a:ext>
            </a:extLst>
          </p:cNvPr>
          <p:cNvSpPr txBox="1"/>
          <p:nvPr/>
        </p:nvSpPr>
        <p:spPr>
          <a:xfrm>
            <a:off x="343022" y="7456025"/>
            <a:ext cx="5613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IWGSC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5C2E53C-482F-E147-973C-D6E3431201BE}"/>
              </a:ext>
            </a:extLst>
          </p:cNvPr>
          <p:cNvSpPr txBox="1"/>
          <p:nvPr/>
        </p:nvSpPr>
        <p:spPr>
          <a:xfrm>
            <a:off x="174655" y="8182667"/>
            <a:ext cx="77296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IWGSC+1k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0CD9CCE9-9D98-2B4F-9699-809142A5861A}"/>
              </a:ext>
            </a:extLst>
          </p:cNvPr>
          <p:cNvSpPr/>
          <p:nvPr/>
        </p:nvSpPr>
        <p:spPr>
          <a:xfrm>
            <a:off x="1187042" y="8231322"/>
            <a:ext cx="2096231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17CB3E54-8371-D44A-8F8A-F03EE427E3EA}"/>
              </a:ext>
            </a:extLst>
          </p:cNvPr>
          <p:cNvSpPr/>
          <p:nvPr/>
        </p:nvSpPr>
        <p:spPr>
          <a:xfrm>
            <a:off x="2313274" y="8386537"/>
            <a:ext cx="969997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2" name="Triangle 111">
            <a:extLst>
              <a:ext uri="{FF2B5EF4-FFF2-40B4-BE49-F238E27FC236}">
                <a16:creationId xmlns:a16="http://schemas.microsoft.com/office/drawing/2014/main" id="{9E4E2FD1-6EF9-1E47-A4CA-C563F5DD73C7}"/>
              </a:ext>
            </a:extLst>
          </p:cNvPr>
          <p:cNvSpPr/>
          <p:nvPr/>
        </p:nvSpPr>
        <p:spPr>
          <a:xfrm rot="5400000">
            <a:off x="1260088" y="8250269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0550E970-268D-CE47-B72F-9085EBB34BCB}"/>
              </a:ext>
            </a:extLst>
          </p:cNvPr>
          <p:cNvSpPr/>
          <p:nvPr/>
        </p:nvSpPr>
        <p:spPr>
          <a:xfrm rot="5400000">
            <a:off x="1885043" y="8250269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8" name="Triangle 117">
            <a:extLst>
              <a:ext uri="{FF2B5EF4-FFF2-40B4-BE49-F238E27FC236}">
                <a16:creationId xmlns:a16="http://schemas.microsoft.com/office/drawing/2014/main" id="{412C75F3-C91A-7441-840B-8700C7A866B9}"/>
              </a:ext>
            </a:extLst>
          </p:cNvPr>
          <p:cNvSpPr/>
          <p:nvPr/>
        </p:nvSpPr>
        <p:spPr>
          <a:xfrm rot="5400000">
            <a:off x="2509998" y="8250269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0" name="Triangle 119">
            <a:extLst>
              <a:ext uri="{FF2B5EF4-FFF2-40B4-BE49-F238E27FC236}">
                <a16:creationId xmlns:a16="http://schemas.microsoft.com/office/drawing/2014/main" id="{E63E4A80-57FF-CC4D-BFDD-3ECDD4D26F24}"/>
              </a:ext>
            </a:extLst>
          </p:cNvPr>
          <p:cNvSpPr/>
          <p:nvPr/>
        </p:nvSpPr>
        <p:spPr>
          <a:xfrm rot="5400000">
            <a:off x="3134954" y="8250269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2" name="Triangle 121">
            <a:extLst>
              <a:ext uri="{FF2B5EF4-FFF2-40B4-BE49-F238E27FC236}">
                <a16:creationId xmlns:a16="http://schemas.microsoft.com/office/drawing/2014/main" id="{76E61B86-D112-824A-A16E-520B94F4DB78}"/>
              </a:ext>
            </a:extLst>
          </p:cNvPr>
          <p:cNvSpPr/>
          <p:nvPr/>
        </p:nvSpPr>
        <p:spPr>
          <a:xfrm rot="16200000">
            <a:off x="2425232" y="8407245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5" name="Triangle 124">
            <a:extLst>
              <a:ext uri="{FF2B5EF4-FFF2-40B4-BE49-F238E27FC236}">
                <a16:creationId xmlns:a16="http://schemas.microsoft.com/office/drawing/2014/main" id="{78C8972B-A629-0645-A897-26F04367B34B}"/>
              </a:ext>
            </a:extLst>
          </p:cNvPr>
          <p:cNvSpPr/>
          <p:nvPr/>
        </p:nvSpPr>
        <p:spPr>
          <a:xfrm rot="16200000">
            <a:off x="3073566" y="8407245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DFE909A-44BC-B04A-9561-AD08EFBB8D2C}"/>
              </a:ext>
            </a:extLst>
          </p:cNvPr>
          <p:cNvSpPr/>
          <p:nvPr/>
        </p:nvSpPr>
        <p:spPr>
          <a:xfrm>
            <a:off x="4263760" y="8234866"/>
            <a:ext cx="2448000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0" name="Triangle 129">
            <a:extLst>
              <a:ext uri="{FF2B5EF4-FFF2-40B4-BE49-F238E27FC236}">
                <a16:creationId xmlns:a16="http://schemas.microsoft.com/office/drawing/2014/main" id="{FDF8E784-65A9-2C44-8500-157C3948B58D}"/>
              </a:ext>
            </a:extLst>
          </p:cNvPr>
          <p:cNvSpPr/>
          <p:nvPr/>
        </p:nvSpPr>
        <p:spPr>
          <a:xfrm rot="5400000">
            <a:off x="4889993" y="8253813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2" name="Triangle 131">
            <a:extLst>
              <a:ext uri="{FF2B5EF4-FFF2-40B4-BE49-F238E27FC236}">
                <a16:creationId xmlns:a16="http://schemas.microsoft.com/office/drawing/2014/main" id="{46161F35-1B42-0642-99AD-F013F4504F7F}"/>
              </a:ext>
            </a:extLst>
          </p:cNvPr>
          <p:cNvSpPr/>
          <p:nvPr/>
        </p:nvSpPr>
        <p:spPr>
          <a:xfrm rot="5400000">
            <a:off x="5431917" y="8253813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3" name="Triangle 132">
            <a:extLst>
              <a:ext uri="{FF2B5EF4-FFF2-40B4-BE49-F238E27FC236}">
                <a16:creationId xmlns:a16="http://schemas.microsoft.com/office/drawing/2014/main" id="{A3799621-2341-B940-97B9-3A4FA9613163}"/>
              </a:ext>
            </a:extLst>
          </p:cNvPr>
          <p:cNvSpPr/>
          <p:nvPr/>
        </p:nvSpPr>
        <p:spPr>
          <a:xfrm rot="5400000">
            <a:off x="4348069" y="8253813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4" name="Triangle 133">
            <a:extLst>
              <a:ext uri="{FF2B5EF4-FFF2-40B4-BE49-F238E27FC236}">
                <a16:creationId xmlns:a16="http://schemas.microsoft.com/office/drawing/2014/main" id="{0E55EA93-FD3E-2C40-B99B-231B1337C899}"/>
              </a:ext>
            </a:extLst>
          </p:cNvPr>
          <p:cNvSpPr/>
          <p:nvPr/>
        </p:nvSpPr>
        <p:spPr>
          <a:xfrm rot="5400000">
            <a:off x="5973841" y="8253813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6" name="Triangle 135">
            <a:extLst>
              <a:ext uri="{FF2B5EF4-FFF2-40B4-BE49-F238E27FC236}">
                <a16:creationId xmlns:a16="http://schemas.microsoft.com/office/drawing/2014/main" id="{49F03BD7-4888-3040-881C-0D05B5C468FE}"/>
              </a:ext>
            </a:extLst>
          </p:cNvPr>
          <p:cNvSpPr/>
          <p:nvPr/>
        </p:nvSpPr>
        <p:spPr>
          <a:xfrm rot="5400000">
            <a:off x="6515765" y="8253813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6151878A-F1EC-1444-8323-513B3AAA9963}"/>
              </a:ext>
            </a:extLst>
          </p:cNvPr>
          <p:cNvSpPr/>
          <p:nvPr/>
        </p:nvSpPr>
        <p:spPr>
          <a:xfrm>
            <a:off x="3693982" y="8386537"/>
            <a:ext cx="586714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8" name="Triangle 137">
            <a:extLst>
              <a:ext uri="{FF2B5EF4-FFF2-40B4-BE49-F238E27FC236}">
                <a16:creationId xmlns:a16="http://schemas.microsoft.com/office/drawing/2014/main" id="{E89A0563-C948-D24C-98DE-143811564EB0}"/>
              </a:ext>
            </a:extLst>
          </p:cNvPr>
          <p:cNvSpPr/>
          <p:nvPr/>
        </p:nvSpPr>
        <p:spPr>
          <a:xfrm rot="5400000">
            <a:off x="4086287" y="8406201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9" name="Triangle 138">
            <a:extLst>
              <a:ext uri="{FF2B5EF4-FFF2-40B4-BE49-F238E27FC236}">
                <a16:creationId xmlns:a16="http://schemas.microsoft.com/office/drawing/2014/main" id="{37249A0D-AF18-5244-A437-A554FF3CEBA4}"/>
              </a:ext>
            </a:extLst>
          </p:cNvPr>
          <p:cNvSpPr/>
          <p:nvPr/>
        </p:nvSpPr>
        <p:spPr>
          <a:xfrm rot="5400000">
            <a:off x="3815325" y="8406201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AD1B53F-469A-FE4E-82E4-DFEAEB905485}"/>
              </a:ext>
            </a:extLst>
          </p:cNvPr>
          <p:cNvSpPr/>
          <p:nvPr/>
        </p:nvSpPr>
        <p:spPr>
          <a:xfrm>
            <a:off x="5156148" y="8386537"/>
            <a:ext cx="1116000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42" name="Triangle 141">
            <a:extLst>
              <a:ext uri="{FF2B5EF4-FFF2-40B4-BE49-F238E27FC236}">
                <a16:creationId xmlns:a16="http://schemas.microsoft.com/office/drawing/2014/main" id="{C37CA383-1D6A-CB42-852E-566ECE57E214}"/>
              </a:ext>
            </a:extLst>
          </p:cNvPr>
          <p:cNvSpPr/>
          <p:nvPr/>
        </p:nvSpPr>
        <p:spPr>
          <a:xfrm rot="5400000">
            <a:off x="5217981" y="840548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43" name="Triangle 142">
            <a:extLst>
              <a:ext uri="{FF2B5EF4-FFF2-40B4-BE49-F238E27FC236}">
                <a16:creationId xmlns:a16="http://schemas.microsoft.com/office/drawing/2014/main" id="{98082F1B-1F7E-D346-BBC8-590173944622}"/>
              </a:ext>
            </a:extLst>
          </p:cNvPr>
          <p:cNvSpPr/>
          <p:nvPr/>
        </p:nvSpPr>
        <p:spPr>
          <a:xfrm rot="5400000">
            <a:off x="5666928" y="840548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44" name="Triangle 143">
            <a:extLst>
              <a:ext uri="{FF2B5EF4-FFF2-40B4-BE49-F238E27FC236}">
                <a16:creationId xmlns:a16="http://schemas.microsoft.com/office/drawing/2014/main" id="{76B1A91A-0D62-BF4B-8CB7-D546E686A785}"/>
              </a:ext>
            </a:extLst>
          </p:cNvPr>
          <p:cNvSpPr/>
          <p:nvPr/>
        </p:nvSpPr>
        <p:spPr>
          <a:xfrm rot="5400000">
            <a:off x="6115875" y="840548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15DBBFC-EBD9-E34F-8E6C-DEE851EB5383}"/>
              </a:ext>
            </a:extLst>
          </p:cNvPr>
          <p:cNvCxnSpPr>
            <a:cxnSpLocks/>
          </p:cNvCxnSpPr>
          <p:nvPr/>
        </p:nvCxnSpPr>
        <p:spPr>
          <a:xfrm flipV="1">
            <a:off x="5121479" y="1500659"/>
            <a:ext cx="0" cy="2520000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05040E19-52D9-3C4C-8212-637DC58CCA7E}"/>
              </a:ext>
            </a:extLst>
          </p:cNvPr>
          <p:cNvCxnSpPr>
            <a:cxnSpLocks/>
          </p:cNvCxnSpPr>
          <p:nvPr/>
        </p:nvCxnSpPr>
        <p:spPr>
          <a:xfrm flipV="1">
            <a:off x="5387403" y="1500659"/>
            <a:ext cx="0" cy="2520000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6CB686A-0C08-B242-8CF6-B08F8E6A7A66}"/>
              </a:ext>
            </a:extLst>
          </p:cNvPr>
          <p:cNvCxnSpPr>
            <a:cxnSpLocks/>
          </p:cNvCxnSpPr>
          <p:nvPr/>
        </p:nvCxnSpPr>
        <p:spPr>
          <a:xfrm flipV="1">
            <a:off x="5123232" y="1516778"/>
            <a:ext cx="0" cy="298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18A35E5C-4610-304D-8F30-DFACF20F1527}"/>
              </a:ext>
            </a:extLst>
          </p:cNvPr>
          <p:cNvCxnSpPr>
            <a:cxnSpLocks/>
          </p:cNvCxnSpPr>
          <p:nvPr/>
        </p:nvCxnSpPr>
        <p:spPr>
          <a:xfrm flipV="1">
            <a:off x="5935371" y="1509126"/>
            <a:ext cx="0" cy="298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D56F4C6-B4DD-9145-801C-FE62B28C42CB}"/>
              </a:ext>
            </a:extLst>
          </p:cNvPr>
          <p:cNvCxnSpPr>
            <a:cxnSpLocks/>
          </p:cNvCxnSpPr>
          <p:nvPr/>
        </p:nvCxnSpPr>
        <p:spPr>
          <a:xfrm flipV="1">
            <a:off x="1194074" y="4954142"/>
            <a:ext cx="0" cy="2661379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5ECF60DE-9192-FF4E-8F6D-DCEB32048CAC}"/>
              </a:ext>
            </a:extLst>
          </p:cNvPr>
          <p:cNvCxnSpPr>
            <a:cxnSpLocks/>
          </p:cNvCxnSpPr>
          <p:nvPr/>
        </p:nvCxnSpPr>
        <p:spPr>
          <a:xfrm flipV="1">
            <a:off x="1195509" y="4936066"/>
            <a:ext cx="0" cy="334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537E376-8BDA-E146-AD71-42BCC336B299}"/>
              </a:ext>
            </a:extLst>
          </p:cNvPr>
          <p:cNvCxnSpPr>
            <a:cxnSpLocks/>
          </p:cNvCxnSpPr>
          <p:nvPr/>
        </p:nvCxnSpPr>
        <p:spPr>
          <a:xfrm flipV="1">
            <a:off x="2443257" y="4954142"/>
            <a:ext cx="0" cy="2661379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835B4133-9AAB-474E-8088-49A9D967496F}"/>
              </a:ext>
            </a:extLst>
          </p:cNvPr>
          <p:cNvCxnSpPr>
            <a:cxnSpLocks/>
          </p:cNvCxnSpPr>
          <p:nvPr/>
        </p:nvCxnSpPr>
        <p:spPr>
          <a:xfrm flipV="1">
            <a:off x="3274804" y="4936066"/>
            <a:ext cx="0" cy="334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9E771EAB-CB90-C94F-8A0A-FAF3E33E7F56}"/>
              </a:ext>
            </a:extLst>
          </p:cNvPr>
          <p:cNvCxnSpPr>
            <a:cxnSpLocks/>
          </p:cNvCxnSpPr>
          <p:nvPr/>
        </p:nvCxnSpPr>
        <p:spPr>
          <a:xfrm flipV="1">
            <a:off x="4279392" y="4954142"/>
            <a:ext cx="0" cy="2661379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5E7DDEB2-5597-AB4F-8837-271A90123E17}"/>
              </a:ext>
            </a:extLst>
          </p:cNvPr>
          <p:cNvCxnSpPr>
            <a:cxnSpLocks/>
          </p:cNvCxnSpPr>
          <p:nvPr/>
        </p:nvCxnSpPr>
        <p:spPr>
          <a:xfrm flipV="1">
            <a:off x="6718669" y="4936066"/>
            <a:ext cx="0" cy="334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EC3942B4-01D1-624E-BDF8-12DC10FDAD41}"/>
              </a:ext>
            </a:extLst>
          </p:cNvPr>
          <p:cNvCxnSpPr>
            <a:cxnSpLocks/>
          </p:cNvCxnSpPr>
          <p:nvPr/>
        </p:nvCxnSpPr>
        <p:spPr>
          <a:xfrm flipV="1">
            <a:off x="6184392" y="4954142"/>
            <a:ext cx="0" cy="2661379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DDB3F4A8-0B43-724F-9C52-864641AC8F2D}"/>
              </a:ext>
            </a:extLst>
          </p:cNvPr>
          <p:cNvCxnSpPr>
            <a:cxnSpLocks/>
          </p:cNvCxnSpPr>
          <p:nvPr/>
        </p:nvCxnSpPr>
        <p:spPr>
          <a:xfrm flipV="1">
            <a:off x="4279392" y="4936066"/>
            <a:ext cx="0" cy="334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E3E297B5-CD1E-1143-8C3A-0CC48167F587}"/>
              </a:ext>
            </a:extLst>
          </p:cNvPr>
          <p:cNvSpPr txBox="1"/>
          <p:nvPr/>
        </p:nvSpPr>
        <p:spPr>
          <a:xfrm>
            <a:off x="62979" y="42443"/>
            <a:ext cx="168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3600" dirty="0"/>
              <a:t>Figure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AFF02-4174-3A48-BE50-49CFED0BE087}"/>
              </a:ext>
            </a:extLst>
          </p:cNvPr>
          <p:cNvSpPr txBox="1"/>
          <p:nvPr/>
        </p:nvSpPr>
        <p:spPr>
          <a:xfrm>
            <a:off x="4296400" y="1404023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435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91E9AC6-5733-E246-826B-F1382054A667}"/>
              </a:ext>
            </a:extLst>
          </p:cNvPr>
          <p:cNvSpPr txBox="1"/>
          <p:nvPr/>
        </p:nvSpPr>
        <p:spPr>
          <a:xfrm>
            <a:off x="4494010" y="1694264"/>
            <a:ext cx="293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58E5B8F-D5E0-B94F-95B4-03AEE8C2D171}"/>
              </a:ext>
            </a:extLst>
          </p:cNvPr>
          <p:cNvSpPr txBox="1"/>
          <p:nvPr/>
        </p:nvSpPr>
        <p:spPr>
          <a:xfrm>
            <a:off x="4406956" y="4836489"/>
            <a:ext cx="4026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84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76F77F03-C8A8-6A4F-AC62-7A65C4EB4233}"/>
              </a:ext>
            </a:extLst>
          </p:cNvPr>
          <p:cNvSpPr txBox="1"/>
          <p:nvPr/>
        </p:nvSpPr>
        <p:spPr>
          <a:xfrm>
            <a:off x="4515960" y="5096913"/>
            <a:ext cx="293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0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50CD70-BB7F-314F-A21B-4F5EB8D55506}"/>
              </a:ext>
            </a:extLst>
          </p:cNvPr>
          <p:cNvSpPr txBox="1"/>
          <p:nvPr/>
        </p:nvSpPr>
        <p:spPr>
          <a:xfrm>
            <a:off x="743583" y="4835100"/>
            <a:ext cx="6623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1,574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C557B2E-B70E-9F43-948B-55A149814BA5}"/>
              </a:ext>
            </a:extLst>
          </p:cNvPr>
          <p:cNvSpPr txBox="1"/>
          <p:nvPr/>
        </p:nvSpPr>
        <p:spPr>
          <a:xfrm>
            <a:off x="1108696" y="5095524"/>
            <a:ext cx="293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0DFE4-728E-984A-A6EE-497032D277F6}"/>
              </a:ext>
            </a:extLst>
          </p:cNvPr>
          <p:cNvSpPr txBox="1"/>
          <p:nvPr/>
        </p:nvSpPr>
        <p:spPr>
          <a:xfrm>
            <a:off x="219086" y="4950407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depth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83F32D-C004-FA4D-8FCF-31223F8A9894}"/>
              </a:ext>
            </a:extLst>
          </p:cNvPr>
          <p:cNvCxnSpPr/>
          <p:nvPr/>
        </p:nvCxnSpPr>
        <p:spPr>
          <a:xfrm>
            <a:off x="4744939" y="1540162"/>
            <a:ext cx="0" cy="275567"/>
          </a:xfrm>
          <a:prstGeom prst="line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820DF59-D8A4-184D-9DC7-4D44428199A1}"/>
              </a:ext>
            </a:extLst>
          </p:cNvPr>
          <p:cNvCxnSpPr/>
          <p:nvPr/>
        </p:nvCxnSpPr>
        <p:spPr>
          <a:xfrm>
            <a:off x="1381029" y="4951839"/>
            <a:ext cx="0" cy="275567"/>
          </a:xfrm>
          <a:prstGeom prst="line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1E6B1475-15D0-FE4A-ACA8-58962AC178C1}"/>
              </a:ext>
            </a:extLst>
          </p:cNvPr>
          <p:cNvCxnSpPr/>
          <p:nvPr/>
        </p:nvCxnSpPr>
        <p:spPr>
          <a:xfrm>
            <a:off x="4771250" y="4948599"/>
            <a:ext cx="0" cy="275567"/>
          </a:xfrm>
          <a:prstGeom prst="line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8C0D5B9A-F693-2848-B402-2DDBB1DF4747}"/>
              </a:ext>
            </a:extLst>
          </p:cNvPr>
          <p:cNvSpPr txBox="1"/>
          <p:nvPr/>
        </p:nvSpPr>
        <p:spPr>
          <a:xfrm>
            <a:off x="3625652" y="4945172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depth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2C83D0B-9DFC-8544-9DA4-4EB1DC1F95AA}"/>
              </a:ext>
            </a:extLst>
          </p:cNvPr>
          <p:cNvSpPr txBox="1"/>
          <p:nvPr/>
        </p:nvSpPr>
        <p:spPr>
          <a:xfrm>
            <a:off x="3672658" y="1527484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depth</a:t>
            </a:r>
          </a:p>
        </p:txBody>
      </p:sp>
    </p:spTree>
    <p:extLst>
      <p:ext uri="{BB962C8B-B14F-4D97-AF65-F5344CB8AC3E}">
        <p14:creationId xmlns:p14="http://schemas.microsoft.com/office/powerpoint/2010/main" val="3465677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21FDB2D-5323-0240-887B-4E82796FD658}"/>
              </a:ext>
            </a:extLst>
          </p:cNvPr>
          <p:cNvSpPr txBox="1"/>
          <p:nvPr/>
        </p:nvSpPr>
        <p:spPr>
          <a:xfrm>
            <a:off x="62979" y="42443"/>
            <a:ext cx="168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3600" dirty="0"/>
              <a:t>Figure 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9715A9-38F4-6549-AB7E-686A20D84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8774"/>
            <a:ext cx="68580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605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21FDB2D-5323-0240-887B-4E82796FD658}"/>
              </a:ext>
            </a:extLst>
          </p:cNvPr>
          <p:cNvSpPr txBox="1"/>
          <p:nvPr/>
        </p:nvSpPr>
        <p:spPr>
          <a:xfrm>
            <a:off x="62979" y="42443"/>
            <a:ext cx="168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3600" dirty="0"/>
              <a:t>Figure 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61CAE1-209A-6045-A413-96B2626FB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80" y="1202634"/>
            <a:ext cx="3042084" cy="28392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DBBB7A-AA87-E34F-B09C-019398EFE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484" y="1202634"/>
            <a:ext cx="3042084" cy="28392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6AB74D-4230-8248-8E0B-4068AC516565}"/>
              </a:ext>
            </a:extLst>
          </p:cNvPr>
          <p:cNvSpPr txBox="1"/>
          <p:nvPr/>
        </p:nvSpPr>
        <p:spPr>
          <a:xfrm>
            <a:off x="60562" y="1233355"/>
            <a:ext cx="349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A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E9F458-F75F-384B-8167-4DBC7EDF3D24}"/>
              </a:ext>
            </a:extLst>
          </p:cNvPr>
          <p:cNvSpPr txBox="1"/>
          <p:nvPr/>
        </p:nvSpPr>
        <p:spPr>
          <a:xfrm>
            <a:off x="3452285" y="1233355"/>
            <a:ext cx="340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B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41006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2BBC4F-A017-344F-B474-43277FDF0800}"/>
              </a:ext>
            </a:extLst>
          </p:cNvPr>
          <p:cNvSpPr txBox="1"/>
          <p:nvPr/>
        </p:nvSpPr>
        <p:spPr>
          <a:xfrm>
            <a:off x="131871" y="6668697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C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886F0E-80FB-0C4C-B294-ACEF635A094C}"/>
              </a:ext>
            </a:extLst>
          </p:cNvPr>
          <p:cNvSpPr txBox="1"/>
          <p:nvPr/>
        </p:nvSpPr>
        <p:spPr>
          <a:xfrm>
            <a:off x="130268" y="116933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A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E096A-768C-8349-8F8A-AB83BDE8482B}"/>
              </a:ext>
            </a:extLst>
          </p:cNvPr>
          <p:cNvSpPr txBox="1"/>
          <p:nvPr/>
        </p:nvSpPr>
        <p:spPr>
          <a:xfrm>
            <a:off x="135878" y="335407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B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pic>
        <p:nvPicPr>
          <p:cNvPr id="8" name="Picture 7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226DBE0A-AE87-504C-81BC-74D80E16C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14" y="101435"/>
            <a:ext cx="5566072" cy="3180612"/>
          </a:xfrm>
          <a:prstGeom prst="rect">
            <a:avLst/>
          </a:prstGeom>
        </p:spPr>
      </p:pic>
      <p:pic>
        <p:nvPicPr>
          <p:cNvPr id="13" name="Picture 12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5EE8073F-C6C2-8E49-96D2-68954694F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114" y="3371343"/>
            <a:ext cx="5566071" cy="3180612"/>
          </a:xfrm>
          <a:prstGeom prst="rect">
            <a:avLst/>
          </a:prstGeom>
        </p:spPr>
      </p:pic>
      <p:pic>
        <p:nvPicPr>
          <p:cNvPr id="15" name="Picture 14" descr="A screenshot of a cell phone&#10;&#10;Description automatically generated">
            <a:extLst>
              <a:ext uri="{FF2B5EF4-FFF2-40B4-BE49-F238E27FC236}">
                <a16:creationId xmlns:a16="http://schemas.microsoft.com/office/drawing/2014/main" id="{82CCB39D-14E8-B14A-BE64-1C9DEFC1ED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114" y="6641251"/>
            <a:ext cx="5566071" cy="318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661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1025</TotalTime>
  <Words>67</Words>
  <Application>Microsoft Macintosh PowerPoint</Application>
  <PresentationFormat>A4 Paper (210x297 mm)</PresentationFormat>
  <Paragraphs>51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Hiragino Kaku Gothic ProN W6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SunJianqiang</dc:creator>
  <cp:lastModifiedBy>SunJianqiang</cp:lastModifiedBy>
  <cp:revision>88</cp:revision>
  <dcterms:created xsi:type="dcterms:W3CDTF">2020-05-12T00:59:39Z</dcterms:created>
  <dcterms:modified xsi:type="dcterms:W3CDTF">2020-11-23T04:01:56Z</dcterms:modified>
</cp:coreProperties>
</file>