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9"/>
  </p:notesMasterIdLst>
  <p:sldIdLst>
    <p:sldId id="260" r:id="rId2"/>
    <p:sldId id="259" r:id="rId3"/>
    <p:sldId id="264" r:id="rId4"/>
    <p:sldId id="261" r:id="rId5"/>
    <p:sldId id="263" r:id="rId6"/>
    <p:sldId id="266" r:id="rId7"/>
    <p:sldId id="262" r:id="rId8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7"/>
    <p:restoredTop sz="94582"/>
  </p:normalViewPr>
  <p:slideViewPr>
    <p:cSldViewPr snapToGrid="0" snapToObjects="1">
      <p:cViewPr>
        <p:scale>
          <a:sx n="169" d="100"/>
          <a:sy n="169" d="100"/>
        </p:scale>
        <p:origin x="1160" y="-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49E99B-5FC3-5749-8BEF-5E7A24BB1FD9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C436D7-ECED-F544-A52B-C22C74B72B0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27398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94099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70431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04415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239828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79093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C436D7-ECED-F544-A52B-C22C74B72B00}" type="slidenum">
              <a:rPr lang="en-JP" smtClean="0"/>
              <a:t>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13198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56911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61862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70584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18114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4711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60727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061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75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9731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60170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15357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AFE4D-1EDA-744D-B99E-CC22EA1AFE82}" type="datetimeFigureOut">
              <a:rPr lang="en-JP" smtClean="0"/>
              <a:t>2021/02/07</a:t>
            </a:fld>
            <a:endParaRPr lang="en-JP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E4A0B-DE35-7743-8D1D-CF9D8251420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22451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87B595E2-6C26-0341-95BC-A2EF5C47B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37" y="3823034"/>
            <a:ext cx="3063871" cy="20726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A6C47ED-8163-F841-8DBD-6844E48B7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267" y="1906528"/>
            <a:ext cx="2983541" cy="20182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9314772-1980-4049-8F6B-DD9DE4174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003" y="3811099"/>
            <a:ext cx="2983541" cy="201827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5E6C15C-926F-5043-B001-87DBC6A3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162" y="1885728"/>
            <a:ext cx="2983541" cy="2018278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29E0131B-DCDE-7441-A9DA-A932C87FC87C}"/>
              </a:ext>
            </a:extLst>
          </p:cNvPr>
          <p:cNvSpPr txBox="1"/>
          <p:nvPr/>
        </p:nvSpPr>
        <p:spPr>
          <a:xfrm>
            <a:off x="-26953" y="3833195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E36C7D-1FF7-A242-B940-DEFD3E39B793}"/>
              </a:ext>
            </a:extLst>
          </p:cNvPr>
          <p:cNvSpPr txBox="1"/>
          <p:nvPr/>
        </p:nvSpPr>
        <p:spPr>
          <a:xfrm>
            <a:off x="-26953" y="1914736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1566A-908C-FD4D-A001-41C8AC7AFA2C}"/>
              </a:ext>
            </a:extLst>
          </p:cNvPr>
          <p:cNvSpPr txBox="1"/>
          <p:nvPr/>
        </p:nvSpPr>
        <p:spPr>
          <a:xfrm rot="16200000">
            <a:off x="-22251" y="2600333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1FF30-E727-A446-AFE4-3AF007CCAB8B}"/>
              </a:ext>
            </a:extLst>
          </p:cNvPr>
          <p:cNvSpPr txBox="1"/>
          <p:nvPr/>
        </p:nvSpPr>
        <p:spPr>
          <a:xfrm rot="16200000">
            <a:off x="-88252" y="4525704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26603D-5A56-C14A-8D2F-7EEF3AAB73A2}"/>
              </a:ext>
            </a:extLst>
          </p:cNvPr>
          <p:cNvSpPr txBox="1"/>
          <p:nvPr/>
        </p:nvSpPr>
        <p:spPr>
          <a:xfrm>
            <a:off x="3302126" y="1914736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EB1C77-7D6C-494C-A43F-C4512C6AFB41}"/>
              </a:ext>
            </a:extLst>
          </p:cNvPr>
          <p:cNvSpPr txBox="1"/>
          <p:nvPr/>
        </p:nvSpPr>
        <p:spPr>
          <a:xfrm>
            <a:off x="3302126" y="383319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B87551-E08F-F84C-983F-B98C4B6CC332}"/>
              </a:ext>
            </a:extLst>
          </p:cNvPr>
          <p:cNvSpPr txBox="1"/>
          <p:nvPr/>
        </p:nvSpPr>
        <p:spPr>
          <a:xfrm rot="16200000">
            <a:off x="3310552" y="2628849"/>
            <a:ext cx="8515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% reads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ECFFF5-9C50-9040-A28C-4B87A88BB7E3}"/>
              </a:ext>
            </a:extLst>
          </p:cNvPr>
          <p:cNvSpPr txBox="1"/>
          <p:nvPr/>
        </p:nvSpPr>
        <p:spPr>
          <a:xfrm rot="16200000">
            <a:off x="2933045" y="4545356"/>
            <a:ext cx="160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number of genes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57CA-91F7-2E45-9CCD-2BA6562745E0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1</a:t>
            </a:r>
          </a:p>
        </p:txBody>
      </p:sp>
    </p:spTree>
    <p:extLst>
      <p:ext uri="{BB962C8B-B14F-4D97-AF65-F5344CB8AC3E}">
        <p14:creationId xmlns:p14="http://schemas.microsoft.com/office/powerpoint/2010/main" val="148731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64F67D-EC66-0843-A35B-61B9559A8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5" y="1292446"/>
            <a:ext cx="3292538" cy="35669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0A822B-BB37-3045-95B9-52B4A030B0DF}"/>
              </a:ext>
            </a:extLst>
          </p:cNvPr>
          <p:cNvSpPr txBox="1"/>
          <p:nvPr/>
        </p:nvSpPr>
        <p:spPr>
          <a:xfrm>
            <a:off x="921461" y="147525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TraesCS4D02G145400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F45CDC-2C5B-1E49-89EA-EDFA429988A3}"/>
              </a:ext>
            </a:extLst>
          </p:cNvPr>
          <p:cNvSpPr txBox="1"/>
          <p:nvPr/>
        </p:nvSpPr>
        <p:spPr>
          <a:xfrm>
            <a:off x="536143" y="2059052"/>
            <a:ext cx="21066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18E518-C87E-E84C-A77B-FF4833AAD24E}"/>
              </a:ext>
            </a:extLst>
          </p:cNvPr>
          <p:cNvSpPr txBox="1"/>
          <p:nvPr/>
        </p:nvSpPr>
        <p:spPr>
          <a:xfrm>
            <a:off x="1218268" y="357728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TraesCS4D02G263300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2756CC-4512-8047-8E03-7AD164126A50}"/>
              </a:ext>
            </a:extLst>
          </p:cNvPr>
          <p:cNvCxnSpPr>
            <a:cxnSpLocks/>
          </p:cNvCxnSpPr>
          <p:nvPr/>
        </p:nvCxnSpPr>
        <p:spPr>
          <a:xfrm>
            <a:off x="1998680" y="385428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C2855AD-4642-2943-9570-E824ADEBC32D}"/>
              </a:ext>
            </a:extLst>
          </p:cNvPr>
          <p:cNvCxnSpPr>
            <a:cxnSpLocks/>
          </p:cNvCxnSpPr>
          <p:nvPr/>
        </p:nvCxnSpPr>
        <p:spPr>
          <a:xfrm>
            <a:off x="1741439" y="169686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D25888-973B-EA46-AAC7-4826FC267D4D}"/>
              </a:ext>
            </a:extLst>
          </p:cNvPr>
          <p:cNvCxnSpPr>
            <a:cxnSpLocks/>
          </p:cNvCxnSpPr>
          <p:nvPr/>
        </p:nvCxnSpPr>
        <p:spPr>
          <a:xfrm flipH="1">
            <a:off x="738079" y="2309528"/>
            <a:ext cx="220167" cy="136447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A screenshot of a cell phone&#10;&#10;Description automatically generated">
            <a:extLst>
              <a:ext uri="{FF2B5EF4-FFF2-40B4-BE49-F238E27FC236}">
                <a16:creationId xmlns:a16="http://schemas.microsoft.com/office/drawing/2014/main" id="{41FD3E64-6AE2-5649-AAD9-11C89AEA6B9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2588" t="12534" r="25787" b="59841"/>
          <a:stretch/>
        </p:blipFill>
        <p:spPr>
          <a:xfrm>
            <a:off x="3741866" y="1540162"/>
            <a:ext cx="2987411" cy="2259496"/>
          </a:xfrm>
          <a:prstGeom prst="rect">
            <a:avLst/>
          </a:prstGeom>
        </p:spPr>
      </p:pic>
      <p:pic>
        <p:nvPicPr>
          <p:cNvPr id="39" name="Picture 38" descr="A screenshot of a cell phone&#10;&#10;Description automatically generated">
            <a:extLst>
              <a:ext uri="{FF2B5EF4-FFF2-40B4-BE49-F238E27FC236}">
                <a16:creationId xmlns:a16="http://schemas.microsoft.com/office/drawing/2014/main" id="{619A25CD-5BCE-E743-AA49-1DA0319CBB4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2432" t="12605" r="25786" b="59612"/>
          <a:stretch/>
        </p:blipFill>
        <p:spPr>
          <a:xfrm>
            <a:off x="300394" y="4953001"/>
            <a:ext cx="2996533" cy="2272410"/>
          </a:xfrm>
          <a:prstGeom prst="rect">
            <a:avLst/>
          </a:prstGeom>
        </p:spPr>
      </p:pic>
      <p:pic>
        <p:nvPicPr>
          <p:cNvPr id="43" name="Picture 42" descr="A screenshot of a cell phone&#10;&#10;Description automatically generated">
            <a:extLst>
              <a:ext uri="{FF2B5EF4-FFF2-40B4-BE49-F238E27FC236}">
                <a16:creationId xmlns:a16="http://schemas.microsoft.com/office/drawing/2014/main" id="{A20F8D8C-A201-D641-8B88-60E3FC3DA54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184" t="12605" r="25519" b="59650"/>
          <a:stretch/>
        </p:blipFill>
        <p:spPr>
          <a:xfrm>
            <a:off x="3702969" y="4953000"/>
            <a:ext cx="3026308" cy="226930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2B0C994C-C32B-8946-AA8D-549C236F9322}"/>
              </a:ext>
            </a:extLst>
          </p:cNvPr>
          <p:cNvSpPr txBox="1"/>
          <p:nvPr/>
        </p:nvSpPr>
        <p:spPr>
          <a:xfrm>
            <a:off x="-38828" y="144207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819B47-FF5F-944B-ADA4-2011C33DA651}"/>
              </a:ext>
            </a:extLst>
          </p:cNvPr>
          <p:cNvSpPr txBox="1"/>
          <p:nvPr/>
        </p:nvSpPr>
        <p:spPr>
          <a:xfrm>
            <a:off x="3392651" y="1442074"/>
            <a:ext cx="340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89C2C3-76DF-4549-BEEE-61707ED8C086}"/>
              </a:ext>
            </a:extLst>
          </p:cNvPr>
          <p:cNvSpPr txBox="1"/>
          <p:nvPr/>
        </p:nvSpPr>
        <p:spPr>
          <a:xfrm>
            <a:off x="-39388" y="490604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0933F0D-AD77-F846-BE8F-6AA4AA6CD7C2}"/>
              </a:ext>
            </a:extLst>
          </p:cNvPr>
          <p:cNvSpPr txBox="1"/>
          <p:nvPr/>
        </p:nvSpPr>
        <p:spPr>
          <a:xfrm>
            <a:off x="3392091" y="490604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A1A0376-192F-894C-A055-9EEA55F7EC0D}"/>
              </a:ext>
            </a:extLst>
          </p:cNvPr>
          <p:cNvSpPr/>
          <p:nvPr/>
        </p:nvSpPr>
        <p:spPr>
          <a:xfrm>
            <a:off x="5121479" y="3933952"/>
            <a:ext cx="26677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B660A5F-0AF1-AE48-B467-104C6C3C7D8B}"/>
              </a:ext>
            </a:extLst>
          </p:cNvPr>
          <p:cNvSpPr/>
          <p:nvPr/>
        </p:nvSpPr>
        <p:spPr>
          <a:xfrm>
            <a:off x="5939206" y="3933952"/>
            <a:ext cx="163785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Triangle 44">
            <a:extLst>
              <a:ext uri="{FF2B5EF4-FFF2-40B4-BE49-F238E27FC236}">
                <a16:creationId xmlns:a16="http://schemas.microsoft.com/office/drawing/2014/main" id="{27162B23-DA8A-7246-9FD4-25A4F126738C}"/>
              </a:ext>
            </a:extLst>
          </p:cNvPr>
          <p:cNvSpPr/>
          <p:nvPr/>
        </p:nvSpPr>
        <p:spPr>
          <a:xfrm rot="5400000">
            <a:off x="5188840" y="395289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riangle 68">
            <a:extLst>
              <a:ext uri="{FF2B5EF4-FFF2-40B4-BE49-F238E27FC236}">
                <a16:creationId xmlns:a16="http://schemas.microsoft.com/office/drawing/2014/main" id="{85CE8A91-8413-064F-B02D-E37CAB49A0C7}"/>
              </a:ext>
            </a:extLst>
          </p:cNvPr>
          <p:cNvSpPr/>
          <p:nvPr/>
        </p:nvSpPr>
        <p:spPr>
          <a:xfrm rot="5400000">
            <a:off x="5979739" y="3952899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EC03B2-3101-A442-9991-8CC07D184215}"/>
              </a:ext>
            </a:extLst>
          </p:cNvPr>
          <p:cNvSpPr txBox="1"/>
          <p:nvPr/>
        </p:nvSpPr>
        <p:spPr>
          <a:xfrm>
            <a:off x="5413393" y="4136636"/>
            <a:ext cx="1476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TraesCS2B02G330600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9B4F048-FC5F-4F44-8741-BB81B62B5707}"/>
              </a:ext>
            </a:extLst>
          </p:cNvPr>
          <p:cNvSpPr txBox="1"/>
          <p:nvPr/>
        </p:nvSpPr>
        <p:spPr>
          <a:xfrm>
            <a:off x="4069736" y="4143006"/>
            <a:ext cx="1476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20C4B7-BE42-EE4A-92CC-09DD703BEE82}"/>
              </a:ext>
            </a:extLst>
          </p:cNvPr>
          <p:cNvSpPr txBox="1"/>
          <p:nvPr/>
        </p:nvSpPr>
        <p:spPr>
          <a:xfrm>
            <a:off x="4355670" y="3571739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2,154 bp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C2B59F-5119-144C-A47E-841AA2F32BED}"/>
              </a:ext>
            </a:extLst>
          </p:cNvPr>
          <p:cNvCxnSpPr>
            <a:cxnSpLocks/>
          </p:cNvCxnSpPr>
          <p:nvPr/>
        </p:nvCxnSpPr>
        <p:spPr>
          <a:xfrm>
            <a:off x="3741867" y="3797004"/>
            <a:ext cx="298741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9B197FE0-493D-8149-9CA3-975DB93BD4D4}"/>
              </a:ext>
            </a:extLst>
          </p:cNvPr>
          <p:cNvSpPr txBox="1"/>
          <p:nvPr/>
        </p:nvSpPr>
        <p:spPr>
          <a:xfrm>
            <a:off x="3539997" y="7609241"/>
            <a:ext cx="14830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TraesCS4D02G263200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A52333-AFFD-0C46-A375-07FCA7964867}"/>
              </a:ext>
            </a:extLst>
          </p:cNvPr>
          <p:cNvSpPr txBox="1"/>
          <p:nvPr/>
        </p:nvSpPr>
        <p:spPr>
          <a:xfrm>
            <a:off x="3794019" y="3891223"/>
            <a:ext cx="5613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2D38DC-EED3-084E-89B3-86E5327C8017}"/>
              </a:ext>
            </a:extLst>
          </p:cNvPr>
          <p:cNvSpPr txBox="1"/>
          <p:nvPr/>
        </p:nvSpPr>
        <p:spPr>
          <a:xfrm>
            <a:off x="3625652" y="4337093"/>
            <a:ext cx="7729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IWGSC+1k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A7F7405-C157-3A46-936C-F4A41D114B48}"/>
              </a:ext>
            </a:extLst>
          </p:cNvPr>
          <p:cNvSpPr/>
          <p:nvPr/>
        </p:nvSpPr>
        <p:spPr>
          <a:xfrm>
            <a:off x="5121479" y="4387126"/>
            <a:ext cx="817718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C9E6F06-3826-2A49-990E-3E55A9A953BF}"/>
              </a:ext>
            </a:extLst>
          </p:cNvPr>
          <p:cNvSpPr/>
          <p:nvPr/>
        </p:nvSpPr>
        <p:spPr>
          <a:xfrm>
            <a:off x="5939205" y="4515434"/>
            <a:ext cx="79200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1" name="Triangle 60">
            <a:extLst>
              <a:ext uri="{FF2B5EF4-FFF2-40B4-BE49-F238E27FC236}">
                <a16:creationId xmlns:a16="http://schemas.microsoft.com/office/drawing/2014/main" id="{C5DE9249-7508-2341-B7F8-83E79D9F170D}"/>
              </a:ext>
            </a:extLst>
          </p:cNvPr>
          <p:cNvSpPr/>
          <p:nvPr/>
        </p:nvSpPr>
        <p:spPr>
          <a:xfrm rot="5400000">
            <a:off x="5253636" y="4404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5" name="Triangle 64">
            <a:extLst>
              <a:ext uri="{FF2B5EF4-FFF2-40B4-BE49-F238E27FC236}">
                <a16:creationId xmlns:a16="http://schemas.microsoft.com/office/drawing/2014/main" id="{0DA5F607-5A93-2449-B85C-474329BD9552}"/>
              </a:ext>
            </a:extLst>
          </p:cNvPr>
          <p:cNvSpPr/>
          <p:nvPr/>
        </p:nvSpPr>
        <p:spPr>
          <a:xfrm rot="5400000">
            <a:off x="6042094" y="4535396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Triangle 87">
            <a:extLst>
              <a:ext uri="{FF2B5EF4-FFF2-40B4-BE49-F238E27FC236}">
                <a16:creationId xmlns:a16="http://schemas.microsoft.com/office/drawing/2014/main" id="{9D8775E2-0DF8-B249-94CE-C85907D93DB9}"/>
              </a:ext>
            </a:extLst>
          </p:cNvPr>
          <p:cNvSpPr/>
          <p:nvPr/>
        </p:nvSpPr>
        <p:spPr>
          <a:xfrm rot="5400000">
            <a:off x="5729733" y="4404484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69F04545-E58D-9B4D-81DF-F8D9CCCAA33E}"/>
              </a:ext>
            </a:extLst>
          </p:cNvPr>
          <p:cNvSpPr/>
          <p:nvPr/>
        </p:nvSpPr>
        <p:spPr>
          <a:xfrm rot="5400000">
            <a:off x="6559915" y="4535396"/>
            <a:ext cx="82716" cy="7130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52F72B-A1F3-DA43-A9F5-54016D56ABE0}"/>
              </a:ext>
            </a:extLst>
          </p:cNvPr>
          <p:cNvGrpSpPr/>
          <p:nvPr/>
        </p:nvGrpSpPr>
        <p:grpSpPr>
          <a:xfrm>
            <a:off x="174655" y="7027458"/>
            <a:ext cx="3520467" cy="1468279"/>
            <a:chOff x="174655" y="7027458"/>
            <a:chExt cx="3520467" cy="14682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9425EC0-A3F0-1844-8D26-A0650FA6DA16}"/>
                </a:ext>
              </a:extLst>
            </p:cNvPr>
            <p:cNvSpPr/>
            <p:nvPr/>
          </p:nvSpPr>
          <p:spPr>
            <a:xfrm>
              <a:off x="1187042" y="7507047"/>
              <a:ext cx="1256215" cy="1092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18C7FE4-BBDE-5F40-A4F9-2C0669725738}"/>
                </a:ext>
              </a:extLst>
            </p:cNvPr>
            <p:cNvSpPr/>
            <p:nvPr/>
          </p:nvSpPr>
          <p:spPr>
            <a:xfrm>
              <a:off x="3119488" y="7507047"/>
              <a:ext cx="163785" cy="1092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74" name="Triangle 73">
              <a:extLst>
                <a:ext uri="{FF2B5EF4-FFF2-40B4-BE49-F238E27FC236}">
                  <a16:creationId xmlns:a16="http://schemas.microsoft.com/office/drawing/2014/main" id="{528168F9-9B11-5D42-BD9D-6FF5A9904F75}"/>
                </a:ext>
              </a:extLst>
            </p:cNvPr>
            <p:cNvSpPr/>
            <p:nvPr/>
          </p:nvSpPr>
          <p:spPr>
            <a:xfrm rot="5400000">
              <a:off x="1257509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75" name="Triangle 74">
              <a:extLst>
                <a:ext uri="{FF2B5EF4-FFF2-40B4-BE49-F238E27FC236}">
                  <a16:creationId xmlns:a16="http://schemas.microsoft.com/office/drawing/2014/main" id="{EFE73F0A-7BDE-6B4E-89F0-76229D0C63D4}"/>
                </a:ext>
              </a:extLst>
            </p:cNvPr>
            <p:cNvSpPr/>
            <p:nvPr/>
          </p:nvSpPr>
          <p:spPr>
            <a:xfrm rot="5400000">
              <a:off x="1782539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76" name="Triangle 75">
              <a:extLst>
                <a:ext uri="{FF2B5EF4-FFF2-40B4-BE49-F238E27FC236}">
                  <a16:creationId xmlns:a16="http://schemas.microsoft.com/office/drawing/2014/main" id="{60343F88-A332-A846-8868-2D1820217B81}"/>
                </a:ext>
              </a:extLst>
            </p:cNvPr>
            <p:cNvSpPr/>
            <p:nvPr/>
          </p:nvSpPr>
          <p:spPr>
            <a:xfrm rot="16200000">
              <a:off x="3160021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020E4D6-2533-8D4C-9003-73EB43957047}"/>
                </a:ext>
              </a:extLst>
            </p:cNvPr>
            <p:cNvSpPr txBox="1"/>
            <p:nvPr/>
          </p:nvSpPr>
          <p:spPr>
            <a:xfrm>
              <a:off x="2212024" y="7299652"/>
              <a:ext cx="148309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TraesCS4D02G145500</a:t>
              </a:r>
              <a:endPara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CC3537-348B-6344-9964-DC79570161A3}"/>
                </a:ext>
              </a:extLst>
            </p:cNvPr>
            <p:cNvSpPr txBox="1"/>
            <p:nvPr/>
          </p:nvSpPr>
          <p:spPr>
            <a:xfrm>
              <a:off x="847967" y="7621117"/>
              <a:ext cx="148309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TraesCS4D02G145400</a:t>
              </a:r>
              <a:endPara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2993B69-B08B-D14F-81AD-F27F2C014954}"/>
                </a:ext>
              </a:extLst>
            </p:cNvPr>
            <p:cNvSpPr txBox="1"/>
            <p:nvPr/>
          </p:nvSpPr>
          <p:spPr>
            <a:xfrm>
              <a:off x="1607205" y="7027458"/>
              <a:ext cx="68480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3,297 bp</a:t>
              </a:r>
            </a:p>
          </p:txBody>
        </p: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FC799822-3DB2-494A-8BA8-DA0B662D4049}"/>
                </a:ext>
              </a:extLst>
            </p:cNvPr>
            <p:cNvCxnSpPr>
              <a:cxnSpLocks/>
            </p:cNvCxnSpPr>
            <p:nvPr/>
          </p:nvCxnSpPr>
          <p:spPr>
            <a:xfrm>
              <a:off x="300395" y="7220458"/>
              <a:ext cx="298741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riangle 80">
              <a:extLst>
                <a:ext uri="{FF2B5EF4-FFF2-40B4-BE49-F238E27FC236}">
                  <a16:creationId xmlns:a16="http://schemas.microsoft.com/office/drawing/2014/main" id="{1932E090-3D3D-084C-83F1-9F56D8EACB4D}"/>
                </a:ext>
              </a:extLst>
            </p:cNvPr>
            <p:cNvSpPr/>
            <p:nvPr/>
          </p:nvSpPr>
          <p:spPr>
            <a:xfrm rot="5400000">
              <a:off x="1520024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82" name="Triangle 81">
              <a:extLst>
                <a:ext uri="{FF2B5EF4-FFF2-40B4-BE49-F238E27FC236}">
                  <a16:creationId xmlns:a16="http://schemas.microsoft.com/office/drawing/2014/main" id="{1526FB17-FC41-7348-A999-370370E247F9}"/>
                </a:ext>
              </a:extLst>
            </p:cNvPr>
            <p:cNvSpPr/>
            <p:nvPr/>
          </p:nvSpPr>
          <p:spPr>
            <a:xfrm rot="5400000">
              <a:off x="2307570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83" name="Triangle 82">
              <a:extLst>
                <a:ext uri="{FF2B5EF4-FFF2-40B4-BE49-F238E27FC236}">
                  <a16:creationId xmlns:a16="http://schemas.microsoft.com/office/drawing/2014/main" id="{B8E0252F-55A2-A742-99B3-26EC47B61A65}"/>
                </a:ext>
              </a:extLst>
            </p:cNvPr>
            <p:cNvSpPr/>
            <p:nvPr/>
          </p:nvSpPr>
          <p:spPr>
            <a:xfrm rot="5400000">
              <a:off x="2045054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6ED489A-CF20-2742-BB5A-3ECF5CC74977}"/>
                </a:ext>
              </a:extLst>
            </p:cNvPr>
            <p:cNvSpPr txBox="1"/>
            <p:nvPr/>
          </p:nvSpPr>
          <p:spPr>
            <a:xfrm>
              <a:off x="343022" y="7456025"/>
              <a:ext cx="5613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IWGSC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5C2E53C-482F-E147-973C-D6E3431201BE}"/>
                </a:ext>
              </a:extLst>
            </p:cNvPr>
            <p:cNvSpPr txBox="1"/>
            <p:nvPr/>
          </p:nvSpPr>
          <p:spPr>
            <a:xfrm>
              <a:off x="174655" y="8182667"/>
              <a:ext cx="77296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IWGSC+1k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CD9CCE9-9D98-2B4F-9699-809142A5861A}"/>
                </a:ext>
              </a:extLst>
            </p:cNvPr>
            <p:cNvSpPr/>
            <p:nvPr/>
          </p:nvSpPr>
          <p:spPr>
            <a:xfrm>
              <a:off x="1187042" y="8231322"/>
              <a:ext cx="2096231" cy="10920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17CB3E54-8371-D44A-8F8A-F03EE427E3EA}"/>
                </a:ext>
              </a:extLst>
            </p:cNvPr>
            <p:cNvSpPr/>
            <p:nvPr/>
          </p:nvSpPr>
          <p:spPr>
            <a:xfrm>
              <a:off x="2313274" y="8386537"/>
              <a:ext cx="969997" cy="10920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2" name="Triangle 111">
              <a:extLst>
                <a:ext uri="{FF2B5EF4-FFF2-40B4-BE49-F238E27FC236}">
                  <a16:creationId xmlns:a16="http://schemas.microsoft.com/office/drawing/2014/main" id="{9E4E2FD1-6EF9-1E47-A4CA-C563F5DD73C7}"/>
                </a:ext>
              </a:extLst>
            </p:cNvPr>
            <p:cNvSpPr/>
            <p:nvPr/>
          </p:nvSpPr>
          <p:spPr>
            <a:xfrm rot="5400000">
              <a:off x="1260088" y="8250269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3" name="Triangle 112">
              <a:extLst>
                <a:ext uri="{FF2B5EF4-FFF2-40B4-BE49-F238E27FC236}">
                  <a16:creationId xmlns:a16="http://schemas.microsoft.com/office/drawing/2014/main" id="{0550E970-268D-CE47-B72F-9085EBB34BCB}"/>
                </a:ext>
              </a:extLst>
            </p:cNvPr>
            <p:cNvSpPr/>
            <p:nvPr/>
          </p:nvSpPr>
          <p:spPr>
            <a:xfrm rot="5400000">
              <a:off x="1885043" y="8250269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8" name="Triangle 117">
              <a:extLst>
                <a:ext uri="{FF2B5EF4-FFF2-40B4-BE49-F238E27FC236}">
                  <a16:creationId xmlns:a16="http://schemas.microsoft.com/office/drawing/2014/main" id="{412C75F3-C91A-7441-840B-8700C7A866B9}"/>
                </a:ext>
              </a:extLst>
            </p:cNvPr>
            <p:cNvSpPr/>
            <p:nvPr/>
          </p:nvSpPr>
          <p:spPr>
            <a:xfrm rot="5400000">
              <a:off x="2509998" y="8250269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20" name="Triangle 119">
              <a:extLst>
                <a:ext uri="{FF2B5EF4-FFF2-40B4-BE49-F238E27FC236}">
                  <a16:creationId xmlns:a16="http://schemas.microsoft.com/office/drawing/2014/main" id="{E63E4A80-57FF-CC4D-BFDD-3ECDD4D26F24}"/>
                </a:ext>
              </a:extLst>
            </p:cNvPr>
            <p:cNvSpPr/>
            <p:nvPr/>
          </p:nvSpPr>
          <p:spPr>
            <a:xfrm rot="5400000">
              <a:off x="3134954" y="8250269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22" name="Triangle 121">
              <a:extLst>
                <a:ext uri="{FF2B5EF4-FFF2-40B4-BE49-F238E27FC236}">
                  <a16:creationId xmlns:a16="http://schemas.microsoft.com/office/drawing/2014/main" id="{76E61B86-D112-824A-A16E-520B94F4DB78}"/>
                </a:ext>
              </a:extLst>
            </p:cNvPr>
            <p:cNvSpPr/>
            <p:nvPr/>
          </p:nvSpPr>
          <p:spPr>
            <a:xfrm rot="16200000">
              <a:off x="2425232" y="8407245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25" name="Triangle 124">
              <a:extLst>
                <a:ext uri="{FF2B5EF4-FFF2-40B4-BE49-F238E27FC236}">
                  <a16:creationId xmlns:a16="http://schemas.microsoft.com/office/drawing/2014/main" id="{78C8972B-A629-0645-A897-26F04367B34B}"/>
                </a:ext>
              </a:extLst>
            </p:cNvPr>
            <p:cNvSpPr/>
            <p:nvPr/>
          </p:nvSpPr>
          <p:spPr>
            <a:xfrm rot="16200000">
              <a:off x="3073566" y="8407245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83F521F-E3AB-D74C-AF86-021F8A8B20BF}"/>
              </a:ext>
            </a:extLst>
          </p:cNvPr>
          <p:cNvGrpSpPr/>
          <p:nvPr/>
        </p:nvGrpSpPr>
        <p:grpSpPr>
          <a:xfrm>
            <a:off x="3693982" y="7027458"/>
            <a:ext cx="3029369" cy="1468279"/>
            <a:chOff x="3693982" y="7027458"/>
            <a:chExt cx="3029369" cy="146827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A46FFCF0-75CE-204D-8FD9-F5F0E23B0DE5}"/>
                </a:ext>
              </a:extLst>
            </p:cNvPr>
            <p:cNvSpPr/>
            <p:nvPr/>
          </p:nvSpPr>
          <p:spPr>
            <a:xfrm>
              <a:off x="4280696" y="7507047"/>
              <a:ext cx="1901798" cy="1092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37DB7509-CDC0-2743-A3E4-F5EFF7D79424}"/>
                </a:ext>
              </a:extLst>
            </p:cNvPr>
            <p:cNvSpPr/>
            <p:nvPr/>
          </p:nvSpPr>
          <p:spPr>
            <a:xfrm>
              <a:off x="3699315" y="7507047"/>
              <a:ext cx="420143" cy="1092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86" name="Triangle 85">
              <a:extLst>
                <a:ext uri="{FF2B5EF4-FFF2-40B4-BE49-F238E27FC236}">
                  <a16:creationId xmlns:a16="http://schemas.microsoft.com/office/drawing/2014/main" id="{9A9E9149-0FF1-6540-99BF-800FB1E3166D}"/>
                </a:ext>
              </a:extLst>
            </p:cNvPr>
            <p:cNvSpPr/>
            <p:nvPr/>
          </p:nvSpPr>
          <p:spPr>
            <a:xfrm rot="5400000">
              <a:off x="4667927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87" name="Triangle 86">
              <a:extLst>
                <a:ext uri="{FF2B5EF4-FFF2-40B4-BE49-F238E27FC236}">
                  <a16:creationId xmlns:a16="http://schemas.microsoft.com/office/drawing/2014/main" id="{1AD203DC-6D8A-104E-969E-81506406DD67}"/>
                </a:ext>
              </a:extLst>
            </p:cNvPr>
            <p:cNvSpPr/>
            <p:nvPr/>
          </p:nvSpPr>
          <p:spPr>
            <a:xfrm rot="5400000">
              <a:off x="5203265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049E4B5-660B-CE4E-8F26-DFDDCF67C2D5}"/>
                </a:ext>
              </a:extLst>
            </p:cNvPr>
            <p:cNvSpPr txBox="1"/>
            <p:nvPr/>
          </p:nvSpPr>
          <p:spPr>
            <a:xfrm>
              <a:off x="4982946" y="7604371"/>
              <a:ext cx="148309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TraesCS4D02G263300</a:t>
              </a:r>
              <a:endPara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44DC407-4BFC-A448-9EDB-5F102A9D299A}"/>
                </a:ext>
              </a:extLst>
            </p:cNvPr>
            <p:cNvSpPr txBox="1"/>
            <p:nvPr/>
          </p:nvSpPr>
          <p:spPr>
            <a:xfrm>
              <a:off x="5023095" y="7027458"/>
              <a:ext cx="68480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5,022 bp</a:t>
              </a:r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5097EEA-AE43-3141-A4DC-70FB871EA835}"/>
                </a:ext>
              </a:extLst>
            </p:cNvPr>
            <p:cNvCxnSpPr>
              <a:cxnSpLocks/>
            </p:cNvCxnSpPr>
            <p:nvPr/>
          </p:nvCxnSpPr>
          <p:spPr>
            <a:xfrm>
              <a:off x="3699351" y="7220458"/>
              <a:ext cx="3024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riangle 92">
              <a:extLst>
                <a:ext uri="{FF2B5EF4-FFF2-40B4-BE49-F238E27FC236}">
                  <a16:creationId xmlns:a16="http://schemas.microsoft.com/office/drawing/2014/main" id="{820DBB25-AD62-FB41-8002-86CA17B2C091}"/>
                </a:ext>
              </a:extLst>
            </p:cNvPr>
            <p:cNvSpPr/>
            <p:nvPr/>
          </p:nvSpPr>
          <p:spPr>
            <a:xfrm rot="5400000">
              <a:off x="4935596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4" name="Triangle 93">
              <a:extLst>
                <a:ext uri="{FF2B5EF4-FFF2-40B4-BE49-F238E27FC236}">
                  <a16:creationId xmlns:a16="http://schemas.microsoft.com/office/drawing/2014/main" id="{0ED1EDA0-A647-054E-8658-F5D94F59FF38}"/>
                </a:ext>
              </a:extLst>
            </p:cNvPr>
            <p:cNvSpPr/>
            <p:nvPr/>
          </p:nvSpPr>
          <p:spPr>
            <a:xfrm rot="5400000">
              <a:off x="5738603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5" name="Triangle 94">
              <a:extLst>
                <a:ext uri="{FF2B5EF4-FFF2-40B4-BE49-F238E27FC236}">
                  <a16:creationId xmlns:a16="http://schemas.microsoft.com/office/drawing/2014/main" id="{49AAA1ED-1251-D040-894F-72A7C76F476F}"/>
                </a:ext>
              </a:extLst>
            </p:cNvPr>
            <p:cNvSpPr/>
            <p:nvPr/>
          </p:nvSpPr>
          <p:spPr>
            <a:xfrm rot="5400000">
              <a:off x="5470934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6" name="Triangle 95">
              <a:extLst>
                <a:ext uri="{FF2B5EF4-FFF2-40B4-BE49-F238E27FC236}">
                  <a16:creationId xmlns:a16="http://schemas.microsoft.com/office/drawing/2014/main" id="{6CCD94A4-CE89-1440-85B5-AF0D8068F498}"/>
                </a:ext>
              </a:extLst>
            </p:cNvPr>
            <p:cNvSpPr/>
            <p:nvPr/>
          </p:nvSpPr>
          <p:spPr>
            <a:xfrm rot="5400000">
              <a:off x="4400258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7" name="Triangle 96">
              <a:extLst>
                <a:ext uri="{FF2B5EF4-FFF2-40B4-BE49-F238E27FC236}">
                  <a16:creationId xmlns:a16="http://schemas.microsoft.com/office/drawing/2014/main" id="{23E8225C-8F5B-3E47-992B-0588D924A4DB}"/>
                </a:ext>
              </a:extLst>
            </p:cNvPr>
            <p:cNvSpPr/>
            <p:nvPr/>
          </p:nvSpPr>
          <p:spPr>
            <a:xfrm rot="5400000">
              <a:off x="6006270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8" name="Triangle 97">
              <a:extLst>
                <a:ext uri="{FF2B5EF4-FFF2-40B4-BE49-F238E27FC236}">
                  <a16:creationId xmlns:a16="http://schemas.microsoft.com/office/drawing/2014/main" id="{EE8833D9-F5A8-7F48-AB86-5CA34CF1265B}"/>
                </a:ext>
              </a:extLst>
            </p:cNvPr>
            <p:cNvSpPr/>
            <p:nvPr/>
          </p:nvSpPr>
          <p:spPr>
            <a:xfrm rot="5400000">
              <a:off x="3779672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99" name="Triangle 98">
              <a:extLst>
                <a:ext uri="{FF2B5EF4-FFF2-40B4-BE49-F238E27FC236}">
                  <a16:creationId xmlns:a16="http://schemas.microsoft.com/office/drawing/2014/main" id="{DC584448-4126-8244-9BBA-756882D4FB1C}"/>
                </a:ext>
              </a:extLst>
            </p:cNvPr>
            <p:cNvSpPr/>
            <p:nvPr/>
          </p:nvSpPr>
          <p:spPr>
            <a:xfrm rot="5400000">
              <a:off x="3952672" y="752599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BEDE5CC0-6245-2247-A1B2-78D1F589DD14}"/>
                </a:ext>
              </a:extLst>
            </p:cNvPr>
            <p:cNvSpPr/>
            <p:nvPr/>
          </p:nvSpPr>
          <p:spPr>
            <a:xfrm>
              <a:off x="5160677" y="7827413"/>
              <a:ext cx="540000" cy="10920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3" name="Triangle 102">
              <a:extLst>
                <a:ext uri="{FF2B5EF4-FFF2-40B4-BE49-F238E27FC236}">
                  <a16:creationId xmlns:a16="http://schemas.microsoft.com/office/drawing/2014/main" id="{312224B3-26DB-7349-B293-F9FDA610D50E}"/>
                </a:ext>
              </a:extLst>
            </p:cNvPr>
            <p:cNvSpPr/>
            <p:nvPr/>
          </p:nvSpPr>
          <p:spPr>
            <a:xfrm rot="5400000">
              <a:off x="5389654" y="7846360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6995674A-39EF-AE49-80C8-79EB9D427538}"/>
                </a:ext>
              </a:extLst>
            </p:cNvPr>
            <p:cNvSpPr/>
            <p:nvPr/>
          </p:nvSpPr>
          <p:spPr>
            <a:xfrm rot="5400000">
              <a:off x="5194464" y="7846360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5" name="Triangle 104">
              <a:extLst>
                <a:ext uri="{FF2B5EF4-FFF2-40B4-BE49-F238E27FC236}">
                  <a16:creationId xmlns:a16="http://schemas.microsoft.com/office/drawing/2014/main" id="{68FA46A3-AFDF-1E4C-B777-15E814E8E444}"/>
                </a:ext>
              </a:extLst>
            </p:cNvPr>
            <p:cNvSpPr/>
            <p:nvPr/>
          </p:nvSpPr>
          <p:spPr>
            <a:xfrm rot="5400000">
              <a:off x="5584844" y="7846360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EC59FA8-A803-834F-B402-24B5799D734B}"/>
                </a:ext>
              </a:extLst>
            </p:cNvPr>
            <p:cNvSpPr txBox="1"/>
            <p:nvPr/>
          </p:nvSpPr>
          <p:spPr>
            <a:xfrm>
              <a:off x="4903648" y="7920137"/>
              <a:ext cx="148309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>
                  <a:latin typeface="Hiragino Kaku Gothic ProN W6" panose="020B0300000000000000" pitchFamily="34" charset="-128"/>
                  <a:ea typeface="Hiragino Kaku Gothic ProN W6" panose="020B0300000000000000" pitchFamily="34" charset="-128"/>
                </a:rPr>
                <a:t>TraesCS4D02G263400</a:t>
              </a:r>
              <a:endPara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3DFE909A-44BC-B04A-9561-AD08EFBB8D2C}"/>
                </a:ext>
              </a:extLst>
            </p:cNvPr>
            <p:cNvSpPr/>
            <p:nvPr/>
          </p:nvSpPr>
          <p:spPr>
            <a:xfrm>
              <a:off x="4263760" y="8234866"/>
              <a:ext cx="2448000" cy="10920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0" name="Triangle 129">
              <a:extLst>
                <a:ext uri="{FF2B5EF4-FFF2-40B4-BE49-F238E27FC236}">
                  <a16:creationId xmlns:a16="http://schemas.microsoft.com/office/drawing/2014/main" id="{FDF8E784-65A9-2C44-8500-157C3948B58D}"/>
                </a:ext>
              </a:extLst>
            </p:cNvPr>
            <p:cNvSpPr/>
            <p:nvPr/>
          </p:nvSpPr>
          <p:spPr>
            <a:xfrm rot="5400000">
              <a:off x="4889993" y="8253813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2" name="Triangle 131">
              <a:extLst>
                <a:ext uri="{FF2B5EF4-FFF2-40B4-BE49-F238E27FC236}">
                  <a16:creationId xmlns:a16="http://schemas.microsoft.com/office/drawing/2014/main" id="{46161F35-1B42-0642-99AD-F013F4504F7F}"/>
                </a:ext>
              </a:extLst>
            </p:cNvPr>
            <p:cNvSpPr/>
            <p:nvPr/>
          </p:nvSpPr>
          <p:spPr>
            <a:xfrm rot="5400000">
              <a:off x="5431917" y="8253813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3" name="Triangle 132">
              <a:extLst>
                <a:ext uri="{FF2B5EF4-FFF2-40B4-BE49-F238E27FC236}">
                  <a16:creationId xmlns:a16="http://schemas.microsoft.com/office/drawing/2014/main" id="{A3799621-2341-B940-97B9-3A4FA9613163}"/>
                </a:ext>
              </a:extLst>
            </p:cNvPr>
            <p:cNvSpPr/>
            <p:nvPr/>
          </p:nvSpPr>
          <p:spPr>
            <a:xfrm rot="5400000">
              <a:off x="4348069" y="8253813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4" name="Triangle 133">
              <a:extLst>
                <a:ext uri="{FF2B5EF4-FFF2-40B4-BE49-F238E27FC236}">
                  <a16:creationId xmlns:a16="http://schemas.microsoft.com/office/drawing/2014/main" id="{0E55EA93-FD3E-2C40-B99B-231B1337C899}"/>
                </a:ext>
              </a:extLst>
            </p:cNvPr>
            <p:cNvSpPr/>
            <p:nvPr/>
          </p:nvSpPr>
          <p:spPr>
            <a:xfrm rot="5400000">
              <a:off x="5973841" y="8253813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6" name="Triangle 135">
              <a:extLst>
                <a:ext uri="{FF2B5EF4-FFF2-40B4-BE49-F238E27FC236}">
                  <a16:creationId xmlns:a16="http://schemas.microsoft.com/office/drawing/2014/main" id="{49F03BD7-4888-3040-881C-0D05B5C468FE}"/>
                </a:ext>
              </a:extLst>
            </p:cNvPr>
            <p:cNvSpPr/>
            <p:nvPr/>
          </p:nvSpPr>
          <p:spPr>
            <a:xfrm rot="5400000">
              <a:off x="6515765" y="8253813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6151878A-F1EC-1444-8323-513B3AAA9963}"/>
                </a:ext>
              </a:extLst>
            </p:cNvPr>
            <p:cNvSpPr/>
            <p:nvPr/>
          </p:nvSpPr>
          <p:spPr>
            <a:xfrm>
              <a:off x="3693982" y="8386537"/>
              <a:ext cx="586714" cy="10920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8" name="Triangle 137">
              <a:extLst>
                <a:ext uri="{FF2B5EF4-FFF2-40B4-BE49-F238E27FC236}">
                  <a16:creationId xmlns:a16="http://schemas.microsoft.com/office/drawing/2014/main" id="{E89A0563-C948-D24C-98DE-143811564EB0}"/>
                </a:ext>
              </a:extLst>
            </p:cNvPr>
            <p:cNvSpPr/>
            <p:nvPr/>
          </p:nvSpPr>
          <p:spPr>
            <a:xfrm rot="5400000">
              <a:off x="4086287" y="8406201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39" name="Triangle 138">
              <a:extLst>
                <a:ext uri="{FF2B5EF4-FFF2-40B4-BE49-F238E27FC236}">
                  <a16:creationId xmlns:a16="http://schemas.microsoft.com/office/drawing/2014/main" id="{37249A0D-AF18-5244-A437-A554FF3CEBA4}"/>
                </a:ext>
              </a:extLst>
            </p:cNvPr>
            <p:cNvSpPr/>
            <p:nvPr/>
          </p:nvSpPr>
          <p:spPr>
            <a:xfrm rot="5400000">
              <a:off x="3815325" y="8406201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3AD1B53F-469A-FE4E-82E4-DFEAEB905485}"/>
                </a:ext>
              </a:extLst>
            </p:cNvPr>
            <p:cNvSpPr/>
            <p:nvPr/>
          </p:nvSpPr>
          <p:spPr>
            <a:xfrm>
              <a:off x="5156148" y="8386537"/>
              <a:ext cx="1116000" cy="10920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42" name="Triangle 141">
              <a:extLst>
                <a:ext uri="{FF2B5EF4-FFF2-40B4-BE49-F238E27FC236}">
                  <a16:creationId xmlns:a16="http://schemas.microsoft.com/office/drawing/2014/main" id="{C37CA383-1D6A-CB42-852E-566ECE57E214}"/>
                </a:ext>
              </a:extLst>
            </p:cNvPr>
            <p:cNvSpPr/>
            <p:nvPr/>
          </p:nvSpPr>
          <p:spPr>
            <a:xfrm rot="5400000">
              <a:off x="5217981" y="840548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43" name="Triangle 142">
              <a:extLst>
                <a:ext uri="{FF2B5EF4-FFF2-40B4-BE49-F238E27FC236}">
                  <a16:creationId xmlns:a16="http://schemas.microsoft.com/office/drawing/2014/main" id="{98082F1B-1F7E-D346-BBC8-590173944622}"/>
                </a:ext>
              </a:extLst>
            </p:cNvPr>
            <p:cNvSpPr/>
            <p:nvPr/>
          </p:nvSpPr>
          <p:spPr>
            <a:xfrm rot="5400000">
              <a:off x="5666928" y="840548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44" name="Triangle 143">
              <a:extLst>
                <a:ext uri="{FF2B5EF4-FFF2-40B4-BE49-F238E27FC236}">
                  <a16:creationId xmlns:a16="http://schemas.microsoft.com/office/drawing/2014/main" id="{76B1A91A-0D62-BF4B-8CB7-D546E686A785}"/>
                </a:ext>
              </a:extLst>
            </p:cNvPr>
            <p:cNvSpPr/>
            <p:nvPr/>
          </p:nvSpPr>
          <p:spPr>
            <a:xfrm rot="5400000">
              <a:off x="6115875" y="8405484"/>
              <a:ext cx="82716" cy="71307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5DBBFC-EBD9-E34F-8E6C-DEE851EB5383}"/>
              </a:ext>
            </a:extLst>
          </p:cNvPr>
          <p:cNvCxnSpPr>
            <a:cxnSpLocks/>
          </p:cNvCxnSpPr>
          <p:nvPr/>
        </p:nvCxnSpPr>
        <p:spPr>
          <a:xfrm flipV="1">
            <a:off x="5121479" y="1500659"/>
            <a:ext cx="0" cy="2520000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05040E19-52D9-3C4C-8212-637DC58CCA7E}"/>
              </a:ext>
            </a:extLst>
          </p:cNvPr>
          <p:cNvCxnSpPr>
            <a:cxnSpLocks/>
          </p:cNvCxnSpPr>
          <p:nvPr/>
        </p:nvCxnSpPr>
        <p:spPr>
          <a:xfrm flipV="1">
            <a:off x="5387403" y="1500659"/>
            <a:ext cx="0" cy="2520000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6CB686A-0C08-B242-8CF6-B08F8E6A7A66}"/>
              </a:ext>
            </a:extLst>
          </p:cNvPr>
          <p:cNvCxnSpPr>
            <a:cxnSpLocks/>
          </p:cNvCxnSpPr>
          <p:nvPr/>
        </p:nvCxnSpPr>
        <p:spPr>
          <a:xfrm flipV="1">
            <a:off x="5123232" y="1516778"/>
            <a:ext cx="0" cy="298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18A35E5C-4610-304D-8F30-DFACF20F1527}"/>
              </a:ext>
            </a:extLst>
          </p:cNvPr>
          <p:cNvCxnSpPr>
            <a:cxnSpLocks/>
          </p:cNvCxnSpPr>
          <p:nvPr/>
        </p:nvCxnSpPr>
        <p:spPr>
          <a:xfrm flipV="1">
            <a:off x="5935371" y="1509126"/>
            <a:ext cx="0" cy="298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D56F4C6-B4DD-9145-801C-FE62B28C42CB}"/>
              </a:ext>
            </a:extLst>
          </p:cNvPr>
          <p:cNvCxnSpPr>
            <a:cxnSpLocks/>
          </p:cNvCxnSpPr>
          <p:nvPr/>
        </p:nvCxnSpPr>
        <p:spPr>
          <a:xfrm flipV="1">
            <a:off x="1194074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ECF60DE-9192-FF4E-8F6D-DCEB32048CAC}"/>
              </a:ext>
            </a:extLst>
          </p:cNvPr>
          <p:cNvCxnSpPr>
            <a:cxnSpLocks/>
          </p:cNvCxnSpPr>
          <p:nvPr/>
        </p:nvCxnSpPr>
        <p:spPr>
          <a:xfrm flipV="1">
            <a:off x="1195509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537E376-8BDA-E146-AD71-42BCC336B299}"/>
              </a:ext>
            </a:extLst>
          </p:cNvPr>
          <p:cNvCxnSpPr>
            <a:cxnSpLocks/>
          </p:cNvCxnSpPr>
          <p:nvPr/>
        </p:nvCxnSpPr>
        <p:spPr>
          <a:xfrm flipV="1">
            <a:off x="2443257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35B4133-9AAB-474E-8088-49A9D967496F}"/>
              </a:ext>
            </a:extLst>
          </p:cNvPr>
          <p:cNvCxnSpPr>
            <a:cxnSpLocks/>
          </p:cNvCxnSpPr>
          <p:nvPr/>
        </p:nvCxnSpPr>
        <p:spPr>
          <a:xfrm flipV="1">
            <a:off x="3274804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E771EAB-CB90-C94F-8A0A-FAF3E33E7F56}"/>
              </a:ext>
            </a:extLst>
          </p:cNvPr>
          <p:cNvCxnSpPr>
            <a:cxnSpLocks/>
          </p:cNvCxnSpPr>
          <p:nvPr/>
        </p:nvCxnSpPr>
        <p:spPr>
          <a:xfrm flipV="1">
            <a:off x="4279392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E7DDEB2-5597-AB4F-8837-271A90123E17}"/>
              </a:ext>
            </a:extLst>
          </p:cNvPr>
          <p:cNvCxnSpPr>
            <a:cxnSpLocks/>
          </p:cNvCxnSpPr>
          <p:nvPr/>
        </p:nvCxnSpPr>
        <p:spPr>
          <a:xfrm flipV="1">
            <a:off x="6718669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EC3942B4-01D1-624E-BDF8-12DC10FDAD41}"/>
              </a:ext>
            </a:extLst>
          </p:cNvPr>
          <p:cNvCxnSpPr>
            <a:cxnSpLocks/>
          </p:cNvCxnSpPr>
          <p:nvPr/>
        </p:nvCxnSpPr>
        <p:spPr>
          <a:xfrm flipV="1">
            <a:off x="6184392" y="4954142"/>
            <a:ext cx="0" cy="2661379"/>
          </a:xfrm>
          <a:prstGeom prst="line">
            <a:avLst/>
          </a:prstGeom>
          <a:ln w="127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DDB3F4A8-0B43-724F-9C52-864641AC8F2D}"/>
              </a:ext>
            </a:extLst>
          </p:cNvPr>
          <p:cNvCxnSpPr>
            <a:cxnSpLocks/>
          </p:cNvCxnSpPr>
          <p:nvPr/>
        </p:nvCxnSpPr>
        <p:spPr>
          <a:xfrm flipV="1">
            <a:off x="4279392" y="4936066"/>
            <a:ext cx="0" cy="3348000"/>
          </a:xfrm>
          <a:prstGeom prst="line">
            <a:avLst/>
          </a:prstGeom>
          <a:ln w="12700">
            <a:solidFill>
              <a:srgbClr val="FFC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3E297B5-CD1E-1143-8C3A-0CC48167F587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AFF02-4174-3A48-BE50-49CFED0BE087}"/>
              </a:ext>
            </a:extLst>
          </p:cNvPr>
          <p:cNvSpPr txBox="1"/>
          <p:nvPr/>
        </p:nvSpPr>
        <p:spPr>
          <a:xfrm>
            <a:off x="4296400" y="140402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435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91E9AC6-5733-E246-826B-F1382054A667}"/>
              </a:ext>
            </a:extLst>
          </p:cNvPr>
          <p:cNvSpPr txBox="1"/>
          <p:nvPr/>
        </p:nvSpPr>
        <p:spPr>
          <a:xfrm>
            <a:off x="4494010" y="1694264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58E5B8F-D5E0-B94F-95B4-03AEE8C2D171}"/>
              </a:ext>
            </a:extLst>
          </p:cNvPr>
          <p:cNvSpPr txBox="1"/>
          <p:nvPr/>
        </p:nvSpPr>
        <p:spPr>
          <a:xfrm>
            <a:off x="4406956" y="4836489"/>
            <a:ext cx="4026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84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6F77F03-C8A8-6A4F-AC62-7A65C4EB4233}"/>
              </a:ext>
            </a:extLst>
          </p:cNvPr>
          <p:cNvSpPr txBox="1"/>
          <p:nvPr/>
        </p:nvSpPr>
        <p:spPr>
          <a:xfrm>
            <a:off x="4515960" y="5096913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50CD70-BB7F-314F-A21B-4F5EB8D55506}"/>
              </a:ext>
            </a:extLst>
          </p:cNvPr>
          <p:cNvSpPr txBox="1"/>
          <p:nvPr/>
        </p:nvSpPr>
        <p:spPr>
          <a:xfrm>
            <a:off x="743583" y="4835100"/>
            <a:ext cx="6623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1,574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C557B2E-B70E-9F43-948B-55A149814BA5}"/>
              </a:ext>
            </a:extLst>
          </p:cNvPr>
          <p:cNvSpPr txBox="1"/>
          <p:nvPr/>
        </p:nvSpPr>
        <p:spPr>
          <a:xfrm>
            <a:off x="1108696" y="5095524"/>
            <a:ext cx="293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0DFE4-728E-984A-A6EE-497032D277F6}"/>
              </a:ext>
            </a:extLst>
          </p:cNvPr>
          <p:cNvSpPr txBox="1"/>
          <p:nvPr/>
        </p:nvSpPr>
        <p:spPr>
          <a:xfrm>
            <a:off x="219086" y="4950407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3F32D-C004-FA4D-8FCF-31223F8A9894}"/>
              </a:ext>
            </a:extLst>
          </p:cNvPr>
          <p:cNvCxnSpPr/>
          <p:nvPr/>
        </p:nvCxnSpPr>
        <p:spPr>
          <a:xfrm>
            <a:off x="4744939" y="1540162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820DF59-D8A4-184D-9DC7-4D44428199A1}"/>
              </a:ext>
            </a:extLst>
          </p:cNvPr>
          <p:cNvCxnSpPr/>
          <p:nvPr/>
        </p:nvCxnSpPr>
        <p:spPr>
          <a:xfrm>
            <a:off x="1381029" y="4951839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E6B1475-15D0-FE4A-ACA8-58962AC178C1}"/>
              </a:ext>
            </a:extLst>
          </p:cNvPr>
          <p:cNvCxnSpPr/>
          <p:nvPr/>
        </p:nvCxnSpPr>
        <p:spPr>
          <a:xfrm>
            <a:off x="4771250" y="4948599"/>
            <a:ext cx="0" cy="275567"/>
          </a:xfrm>
          <a:prstGeom prst="line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8C0D5B9A-F693-2848-B402-2DDBB1DF4747}"/>
              </a:ext>
            </a:extLst>
          </p:cNvPr>
          <p:cNvSpPr txBox="1"/>
          <p:nvPr/>
        </p:nvSpPr>
        <p:spPr>
          <a:xfrm>
            <a:off x="3625652" y="4945172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2C83D0B-9DFC-8544-9DA4-4EB1DC1F95AA}"/>
              </a:ext>
            </a:extLst>
          </p:cNvPr>
          <p:cNvSpPr txBox="1"/>
          <p:nvPr/>
        </p:nvSpPr>
        <p:spPr>
          <a:xfrm>
            <a:off x="3672658" y="1527484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</p:spTree>
    <p:extLst>
      <p:ext uri="{BB962C8B-B14F-4D97-AF65-F5344CB8AC3E}">
        <p14:creationId xmlns:p14="http://schemas.microsoft.com/office/powerpoint/2010/main" val="3465677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7C7C21A9-CA62-D04C-8A70-D93FE922033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44" r="20808" b="18178"/>
          <a:stretch/>
        </p:blipFill>
        <p:spPr>
          <a:xfrm>
            <a:off x="3725241" y="4905369"/>
            <a:ext cx="3063857" cy="22662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53FD33-D648-6647-BC0C-271F446781A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277" r="21174" b="17353"/>
          <a:stretch/>
        </p:blipFill>
        <p:spPr>
          <a:xfrm>
            <a:off x="187578" y="4906045"/>
            <a:ext cx="3124889" cy="237320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B2AC2B9-33DB-744C-A955-3B21405724D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9905" b="17606"/>
          <a:stretch/>
        </p:blipFill>
        <p:spPr>
          <a:xfrm>
            <a:off x="3421991" y="1442074"/>
            <a:ext cx="3370914" cy="23117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64F67D-EC66-0843-A35B-61B9559A89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95" y="1305324"/>
            <a:ext cx="3292538" cy="35669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50A822B-BB37-3045-95B9-52B4A030B0DF}"/>
              </a:ext>
            </a:extLst>
          </p:cNvPr>
          <p:cNvSpPr txBox="1"/>
          <p:nvPr/>
        </p:nvSpPr>
        <p:spPr>
          <a:xfrm>
            <a:off x="921461" y="147525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TraesCS4D02G145400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F45CDC-2C5B-1E49-89EA-EDFA429988A3}"/>
              </a:ext>
            </a:extLst>
          </p:cNvPr>
          <p:cNvSpPr txBox="1"/>
          <p:nvPr/>
        </p:nvSpPr>
        <p:spPr>
          <a:xfrm>
            <a:off x="536143" y="2059052"/>
            <a:ext cx="21066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18E518-C87E-E84C-A77B-FF4833AAD24E}"/>
              </a:ext>
            </a:extLst>
          </p:cNvPr>
          <p:cNvSpPr txBox="1"/>
          <p:nvPr/>
        </p:nvSpPr>
        <p:spPr>
          <a:xfrm>
            <a:off x="1218268" y="3577288"/>
            <a:ext cx="21146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TraesCS4D02G263300</a:t>
            </a:r>
            <a:endParaRPr lang="en-JP" sz="1200" b="1" dirty="0">
              <a:solidFill>
                <a:srgbClr val="C00000"/>
              </a:solidFill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2756CC-4512-8047-8E03-7AD164126A50}"/>
              </a:ext>
            </a:extLst>
          </p:cNvPr>
          <p:cNvCxnSpPr>
            <a:cxnSpLocks/>
          </p:cNvCxnSpPr>
          <p:nvPr/>
        </p:nvCxnSpPr>
        <p:spPr>
          <a:xfrm>
            <a:off x="1998680" y="385428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C2855AD-4642-2943-9570-E824ADEBC32D}"/>
              </a:ext>
            </a:extLst>
          </p:cNvPr>
          <p:cNvCxnSpPr>
            <a:cxnSpLocks/>
          </p:cNvCxnSpPr>
          <p:nvPr/>
        </p:nvCxnSpPr>
        <p:spPr>
          <a:xfrm>
            <a:off x="1741439" y="1696867"/>
            <a:ext cx="112295" cy="18282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D25888-973B-EA46-AAC7-4826FC267D4D}"/>
              </a:ext>
            </a:extLst>
          </p:cNvPr>
          <p:cNvCxnSpPr>
            <a:cxnSpLocks/>
          </p:cNvCxnSpPr>
          <p:nvPr/>
        </p:nvCxnSpPr>
        <p:spPr>
          <a:xfrm flipH="1">
            <a:off x="738079" y="2309528"/>
            <a:ext cx="220167" cy="136447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B0C994C-C32B-8946-AA8D-549C236F9322}"/>
              </a:ext>
            </a:extLst>
          </p:cNvPr>
          <p:cNvSpPr txBox="1"/>
          <p:nvPr/>
        </p:nvSpPr>
        <p:spPr>
          <a:xfrm>
            <a:off x="-38828" y="144207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819B47-FF5F-944B-ADA4-2011C33DA651}"/>
              </a:ext>
            </a:extLst>
          </p:cNvPr>
          <p:cNvSpPr txBox="1"/>
          <p:nvPr/>
        </p:nvSpPr>
        <p:spPr>
          <a:xfrm>
            <a:off x="3392651" y="1442074"/>
            <a:ext cx="340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89C2C3-76DF-4549-BEEE-61707ED8C086}"/>
              </a:ext>
            </a:extLst>
          </p:cNvPr>
          <p:cNvSpPr txBox="1"/>
          <p:nvPr/>
        </p:nvSpPr>
        <p:spPr>
          <a:xfrm>
            <a:off x="-39388" y="490604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0933F0D-AD77-F846-BE8F-6AA4AA6CD7C2}"/>
              </a:ext>
            </a:extLst>
          </p:cNvPr>
          <p:cNvSpPr txBox="1"/>
          <p:nvPr/>
        </p:nvSpPr>
        <p:spPr>
          <a:xfrm>
            <a:off x="3392091" y="4906044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3E297B5-CD1E-1143-8C3A-0CC48167F587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2321AC5-A212-A043-A6FB-CCEB909930A5}"/>
              </a:ext>
            </a:extLst>
          </p:cNvPr>
          <p:cNvSpPr txBox="1"/>
          <p:nvPr/>
        </p:nvSpPr>
        <p:spPr>
          <a:xfrm rot="16200000">
            <a:off x="3248128" y="2471109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BC3818E-DFDD-CC48-9018-E4424E488A88}"/>
              </a:ext>
            </a:extLst>
          </p:cNvPr>
          <p:cNvSpPr txBox="1"/>
          <p:nvPr/>
        </p:nvSpPr>
        <p:spPr>
          <a:xfrm rot="16200000">
            <a:off x="-191051" y="6043022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0919542-793A-634B-B07C-ED033C2CABF2}"/>
              </a:ext>
            </a:extLst>
          </p:cNvPr>
          <p:cNvSpPr txBox="1"/>
          <p:nvPr/>
        </p:nvSpPr>
        <p:spPr>
          <a:xfrm rot="16200000">
            <a:off x="3345925" y="6043023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2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depth</a:t>
            </a:r>
          </a:p>
        </p:txBody>
      </p:sp>
      <p:pic>
        <p:nvPicPr>
          <p:cNvPr id="141" name="Picture 140">
            <a:extLst>
              <a:ext uri="{FF2B5EF4-FFF2-40B4-BE49-F238E27FC236}">
                <a16:creationId xmlns:a16="http://schemas.microsoft.com/office/drawing/2014/main" id="{D0E88367-616F-D94F-BDE8-1163D68FF9C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2500" t="27704" r="2499" b="39939"/>
          <a:stretch/>
        </p:blipFill>
        <p:spPr>
          <a:xfrm>
            <a:off x="4143602" y="1664977"/>
            <a:ext cx="559997" cy="805212"/>
          </a:xfrm>
          <a:prstGeom prst="rect">
            <a:avLst/>
          </a:prstGeom>
        </p:spPr>
      </p:pic>
      <p:sp>
        <p:nvSpPr>
          <p:cNvPr id="170" name="TextBox 169">
            <a:extLst>
              <a:ext uri="{FF2B5EF4-FFF2-40B4-BE49-F238E27FC236}">
                <a16:creationId xmlns:a16="http://schemas.microsoft.com/office/drawing/2014/main" id="{B509BD99-A499-3349-A94C-AF60151070A7}"/>
              </a:ext>
            </a:extLst>
          </p:cNvPr>
          <p:cNvSpPr txBox="1"/>
          <p:nvPr/>
        </p:nvSpPr>
        <p:spPr>
          <a:xfrm>
            <a:off x="4450222" y="3568368"/>
            <a:ext cx="6848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2,154 bp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4F0EF130-D7A7-2448-B63C-99D767A89DF7}"/>
              </a:ext>
            </a:extLst>
          </p:cNvPr>
          <p:cNvSpPr/>
          <p:nvPr/>
        </p:nvSpPr>
        <p:spPr>
          <a:xfrm>
            <a:off x="5328985" y="3869623"/>
            <a:ext cx="23547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457CBA9-D86D-354F-B0EF-8D5F7C255473}"/>
              </a:ext>
            </a:extLst>
          </p:cNvPr>
          <p:cNvSpPr/>
          <p:nvPr/>
        </p:nvSpPr>
        <p:spPr>
          <a:xfrm>
            <a:off x="6050770" y="3869623"/>
            <a:ext cx="14456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49" name="Triangle 148">
            <a:extLst>
              <a:ext uri="{FF2B5EF4-FFF2-40B4-BE49-F238E27FC236}">
                <a16:creationId xmlns:a16="http://schemas.microsoft.com/office/drawing/2014/main" id="{C889E780-BB66-734B-B13B-244F7A558A0A}"/>
              </a:ext>
            </a:extLst>
          </p:cNvPr>
          <p:cNvSpPr/>
          <p:nvPr/>
        </p:nvSpPr>
        <p:spPr>
          <a:xfrm rot="5400000">
            <a:off x="5383590" y="3892753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9" name="Triangle 158">
            <a:extLst>
              <a:ext uri="{FF2B5EF4-FFF2-40B4-BE49-F238E27FC236}">
                <a16:creationId xmlns:a16="http://schemas.microsoft.com/office/drawing/2014/main" id="{F41A2656-8E9E-B64F-A5BF-6A64E349133B}"/>
              </a:ext>
            </a:extLst>
          </p:cNvPr>
          <p:cNvSpPr/>
          <p:nvPr/>
        </p:nvSpPr>
        <p:spPr>
          <a:xfrm rot="5400000">
            <a:off x="6081695" y="3892753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8AB13059-626C-2E45-B91F-02BDCA0E9666}"/>
              </a:ext>
            </a:extLst>
          </p:cNvPr>
          <p:cNvSpPr txBox="1"/>
          <p:nvPr/>
        </p:nvSpPr>
        <p:spPr>
          <a:xfrm>
            <a:off x="5430901" y="4121808"/>
            <a:ext cx="130343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TraesCS2B02G330600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E00BD78-31A4-C94D-A156-69E44908BE75}"/>
              </a:ext>
            </a:extLst>
          </p:cNvPr>
          <p:cNvSpPr txBox="1"/>
          <p:nvPr/>
        </p:nvSpPr>
        <p:spPr>
          <a:xfrm>
            <a:off x="4598949" y="3972252"/>
            <a:ext cx="130343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TraesCS2B02G330500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EEF10CFA-E3DA-0940-93FE-46FC2E7445F7}"/>
              </a:ext>
            </a:extLst>
          </p:cNvPr>
          <p:cNvSpPr txBox="1"/>
          <p:nvPr/>
        </p:nvSpPr>
        <p:spPr>
          <a:xfrm>
            <a:off x="4102046" y="3826894"/>
            <a:ext cx="4955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DBAC676-5804-C746-A916-751314F7ED86}"/>
              </a:ext>
            </a:extLst>
          </p:cNvPr>
          <p:cNvSpPr txBox="1"/>
          <p:nvPr/>
        </p:nvSpPr>
        <p:spPr>
          <a:xfrm>
            <a:off x="4008660" y="4308445"/>
            <a:ext cx="6822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IWGSC+1k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39A6E8FF-EE0A-564F-8163-22DDB48984C1}"/>
              </a:ext>
            </a:extLst>
          </p:cNvPr>
          <p:cNvSpPr/>
          <p:nvPr/>
        </p:nvSpPr>
        <p:spPr>
          <a:xfrm>
            <a:off x="5328985" y="4358478"/>
            <a:ext cx="721777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E6620516-7835-4040-87B3-2439A53ECD7A}"/>
              </a:ext>
            </a:extLst>
          </p:cNvPr>
          <p:cNvSpPr/>
          <p:nvPr/>
        </p:nvSpPr>
        <p:spPr>
          <a:xfrm>
            <a:off x="6050769" y="4486786"/>
            <a:ext cx="699076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6" name="Triangle 165">
            <a:extLst>
              <a:ext uri="{FF2B5EF4-FFF2-40B4-BE49-F238E27FC236}">
                <a16:creationId xmlns:a16="http://schemas.microsoft.com/office/drawing/2014/main" id="{A7280BD7-5E0A-434D-AD4D-B4F9E18BB293}"/>
              </a:ext>
            </a:extLst>
          </p:cNvPr>
          <p:cNvSpPr/>
          <p:nvPr/>
        </p:nvSpPr>
        <p:spPr>
          <a:xfrm rot="5400000">
            <a:off x="5440784" y="4380019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7" name="Triangle 166">
            <a:extLst>
              <a:ext uri="{FF2B5EF4-FFF2-40B4-BE49-F238E27FC236}">
                <a16:creationId xmlns:a16="http://schemas.microsoft.com/office/drawing/2014/main" id="{B6A37D1C-91A9-454E-A970-5FF737F3FF88}"/>
              </a:ext>
            </a:extLst>
          </p:cNvPr>
          <p:cNvSpPr/>
          <p:nvPr/>
        </p:nvSpPr>
        <p:spPr>
          <a:xfrm rot="5400000">
            <a:off x="6136734" y="4510931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8" name="Triangle 167">
            <a:extLst>
              <a:ext uri="{FF2B5EF4-FFF2-40B4-BE49-F238E27FC236}">
                <a16:creationId xmlns:a16="http://schemas.microsoft.com/office/drawing/2014/main" id="{191BA028-3B14-C442-8289-407366C6472E}"/>
              </a:ext>
            </a:extLst>
          </p:cNvPr>
          <p:cNvSpPr/>
          <p:nvPr/>
        </p:nvSpPr>
        <p:spPr>
          <a:xfrm rot="5400000">
            <a:off x="5861021" y="4380019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69" name="Triangle 168">
            <a:extLst>
              <a:ext uri="{FF2B5EF4-FFF2-40B4-BE49-F238E27FC236}">
                <a16:creationId xmlns:a16="http://schemas.microsoft.com/office/drawing/2014/main" id="{88196DC5-F4FA-8A44-8C61-72CBA7071C39}"/>
              </a:ext>
            </a:extLst>
          </p:cNvPr>
          <p:cNvSpPr/>
          <p:nvPr/>
        </p:nvSpPr>
        <p:spPr>
          <a:xfrm rot="5400000">
            <a:off x="6593800" y="4510931"/>
            <a:ext cx="82716" cy="6294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044E799D-E5FC-454B-B472-3107C0758FA4}"/>
              </a:ext>
            </a:extLst>
          </p:cNvPr>
          <p:cNvCxnSpPr>
            <a:cxnSpLocks/>
          </p:cNvCxnSpPr>
          <p:nvPr/>
        </p:nvCxnSpPr>
        <p:spPr>
          <a:xfrm>
            <a:off x="4129647" y="3756858"/>
            <a:ext cx="2618497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971123F3-6C65-5845-B1A3-E75AF23E33ED}"/>
              </a:ext>
            </a:extLst>
          </p:cNvPr>
          <p:cNvSpPr/>
          <p:nvPr/>
        </p:nvSpPr>
        <p:spPr>
          <a:xfrm>
            <a:off x="1447949" y="7565839"/>
            <a:ext cx="1032662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8BBEAB14-336B-AA46-BE0E-5086EB1D35FD}"/>
              </a:ext>
            </a:extLst>
          </p:cNvPr>
          <p:cNvSpPr/>
          <p:nvPr/>
        </p:nvSpPr>
        <p:spPr>
          <a:xfrm>
            <a:off x="3036501" y="7565839"/>
            <a:ext cx="134638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5" name="Triangle 174">
            <a:extLst>
              <a:ext uri="{FF2B5EF4-FFF2-40B4-BE49-F238E27FC236}">
                <a16:creationId xmlns:a16="http://schemas.microsoft.com/office/drawing/2014/main" id="{1E93FCCA-19B1-4544-ABE2-D1984811AF0F}"/>
              </a:ext>
            </a:extLst>
          </p:cNvPr>
          <p:cNvSpPr/>
          <p:nvPr/>
        </p:nvSpPr>
        <p:spPr>
          <a:xfrm rot="5400000">
            <a:off x="1498516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6" name="Triangle 175">
            <a:extLst>
              <a:ext uri="{FF2B5EF4-FFF2-40B4-BE49-F238E27FC236}">
                <a16:creationId xmlns:a16="http://schemas.microsoft.com/office/drawing/2014/main" id="{62FF4FCB-9D4B-8A47-AC85-035E173EC67C}"/>
              </a:ext>
            </a:extLst>
          </p:cNvPr>
          <p:cNvSpPr/>
          <p:nvPr/>
        </p:nvSpPr>
        <p:spPr>
          <a:xfrm rot="5400000">
            <a:off x="1930113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7" name="Triangle 176">
            <a:extLst>
              <a:ext uri="{FF2B5EF4-FFF2-40B4-BE49-F238E27FC236}">
                <a16:creationId xmlns:a16="http://schemas.microsoft.com/office/drawing/2014/main" id="{A98CD308-B074-8645-8141-E104FAED2D92}"/>
              </a:ext>
            </a:extLst>
          </p:cNvPr>
          <p:cNvSpPr/>
          <p:nvPr/>
        </p:nvSpPr>
        <p:spPr>
          <a:xfrm rot="16200000">
            <a:off x="3062461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40DDBA1-5A22-4140-96AE-E21C33F2B31F}"/>
              </a:ext>
            </a:extLst>
          </p:cNvPr>
          <p:cNvSpPr txBox="1"/>
          <p:nvPr/>
        </p:nvSpPr>
        <p:spPr>
          <a:xfrm>
            <a:off x="2290528" y="7358444"/>
            <a:ext cx="12191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TraesCS4D02G145500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F6F83E7-48C4-F04B-9C97-1F030C09F2C0}"/>
              </a:ext>
            </a:extLst>
          </p:cNvPr>
          <p:cNvSpPr txBox="1"/>
          <p:nvPr/>
        </p:nvSpPr>
        <p:spPr>
          <a:xfrm>
            <a:off x="1169215" y="7679909"/>
            <a:ext cx="12191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TraesCS4D02G145400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8F25D550-09F6-1A4F-8D0A-88DE23E0412C}"/>
              </a:ext>
            </a:extLst>
          </p:cNvPr>
          <p:cNvSpPr txBox="1"/>
          <p:nvPr/>
        </p:nvSpPr>
        <p:spPr>
          <a:xfrm>
            <a:off x="1069704" y="7086250"/>
            <a:ext cx="5629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3,297 bp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49D6D43B-3C30-9949-AFC9-D45969F90077}"/>
              </a:ext>
            </a:extLst>
          </p:cNvPr>
          <p:cNvCxnSpPr>
            <a:cxnSpLocks/>
          </p:cNvCxnSpPr>
          <p:nvPr/>
        </p:nvCxnSpPr>
        <p:spPr>
          <a:xfrm>
            <a:off x="719088" y="7279250"/>
            <a:ext cx="2455778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riangle 181">
            <a:extLst>
              <a:ext uri="{FF2B5EF4-FFF2-40B4-BE49-F238E27FC236}">
                <a16:creationId xmlns:a16="http://schemas.microsoft.com/office/drawing/2014/main" id="{9E455ACD-03E0-2A44-8545-4164ACDF96DE}"/>
              </a:ext>
            </a:extLst>
          </p:cNvPr>
          <p:cNvSpPr/>
          <p:nvPr/>
        </p:nvSpPr>
        <p:spPr>
          <a:xfrm rot="5400000">
            <a:off x="1714314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3" name="Triangle 182">
            <a:extLst>
              <a:ext uri="{FF2B5EF4-FFF2-40B4-BE49-F238E27FC236}">
                <a16:creationId xmlns:a16="http://schemas.microsoft.com/office/drawing/2014/main" id="{81669690-54D2-724F-8C1E-FFD63A8E450A}"/>
              </a:ext>
            </a:extLst>
          </p:cNvPr>
          <p:cNvSpPr/>
          <p:nvPr/>
        </p:nvSpPr>
        <p:spPr>
          <a:xfrm rot="5400000">
            <a:off x="2361711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4" name="Triangle 183">
            <a:extLst>
              <a:ext uri="{FF2B5EF4-FFF2-40B4-BE49-F238E27FC236}">
                <a16:creationId xmlns:a16="http://schemas.microsoft.com/office/drawing/2014/main" id="{E2FABAD7-80E1-7C4B-9DBA-D477A18A903A}"/>
              </a:ext>
            </a:extLst>
          </p:cNvPr>
          <p:cNvSpPr/>
          <p:nvPr/>
        </p:nvSpPr>
        <p:spPr>
          <a:xfrm rot="5400000">
            <a:off x="2145911" y="759113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50B3C85-AB18-3247-8E60-305E9C7C31C5}"/>
              </a:ext>
            </a:extLst>
          </p:cNvPr>
          <p:cNvSpPr txBox="1"/>
          <p:nvPr/>
        </p:nvSpPr>
        <p:spPr>
          <a:xfrm>
            <a:off x="754129" y="7514817"/>
            <a:ext cx="4614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95B71BE2-B6FD-B34F-B1EC-2B9003172BA4}"/>
              </a:ext>
            </a:extLst>
          </p:cNvPr>
          <p:cNvSpPr txBox="1"/>
          <p:nvPr/>
        </p:nvSpPr>
        <p:spPr>
          <a:xfrm>
            <a:off x="615724" y="7936758"/>
            <a:ext cx="63541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IWGSC+1k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9C68809-3B3A-EC41-97F0-3611906EE1EB}"/>
              </a:ext>
            </a:extLst>
          </p:cNvPr>
          <p:cNvSpPr/>
          <p:nvPr/>
        </p:nvSpPr>
        <p:spPr>
          <a:xfrm>
            <a:off x="1447949" y="7985413"/>
            <a:ext cx="1723191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E794550-DD58-C543-95E3-E257395E87EB}"/>
              </a:ext>
            </a:extLst>
          </p:cNvPr>
          <p:cNvSpPr/>
          <p:nvPr/>
        </p:nvSpPr>
        <p:spPr>
          <a:xfrm>
            <a:off x="2373759" y="8140628"/>
            <a:ext cx="797379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9" name="Triangle 188">
            <a:extLst>
              <a:ext uri="{FF2B5EF4-FFF2-40B4-BE49-F238E27FC236}">
                <a16:creationId xmlns:a16="http://schemas.microsoft.com/office/drawing/2014/main" id="{77898C30-38B6-D34E-B513-D41A3D27E3E3}"/>
              </a:ext>
            </a:extLst>
          </p:cNvPr>
          <p:cNvSpPr/>
          <p:nvPr/>
        </p:nvSpPr>
        <p:spPr>
          <a:xfrm rot="5400000">
            <a:off x="1500636" y="8010705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0" name="Triangle 189">
            <a:extLst>
              <a:ext uri="{FF2B5EF4-FFF2-40B4-BE49-F238E27FC236}">
                <a16:creationId xmlns:a16="http://schemas.microsoft.com/office/drawing/2014/main" id="{EA6F19D1-E80A-B24C-97F7-7F7BF2F705B0}"/>
              </a:ext>
            </a:extLst>
          </p:cNvPr>
          <p:cNvSpPr/>
          <p:nvPr/>
        </p:nvSpPr>
        <p:spPr>
          <a:xfrm rot="5400000">
            <a:off x="2014375" y="8010705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1" name="Triangle 190">
            <a:extLst>
              <a:ext uri="{FF2B5EF4-FFF2-40B4-BE49-F238E27FC236}">
                <a16:creationId xmlns:a16="http://schemas.microsoft.com/office/drawing/2014/main" id="{E84E0F87-7A5E-A64D-AFF4-0A8A389FDC27}"/>
              </a:ext>
            </a:extLst>
          </p:cNvPr>
          <p:cNvSpPr/>
          <p:nvPr/>
        </p:nvSpPr>
        <p:spPr>
          <a:xfrm rot="5400000">
            <a:off x="2528115" y="8010705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2" name="Triangle 191">
            <a:extLst>
              <a:ext uri="{FF2B5EF4-FFF2-40B4-BE49-F238E27FC236}">
                <a16:creationId xmlns:a16="http://schemas.microsoft.com/office/drawing/2014/main" id="{5CBE3A54-37AF-4F41-8559-BA6D703F91DF}"/>
              </a:ext>
            </a:extLst>
          </p:cNvPr>
          <p:cNvSpPr/>
          <p:nvPr/>
        </p:nvSpPr>
        <p:spPr>
          <a:xfrm rot="5400000">
            <a:off x="3041855" y="8010705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3" name="Triangle 192">
            <a:extLst>
              <a:ext uri="{FF2B5EF4-FFF2-40B4-BE49-F238E27FC236}">
                <a16:creationId xmlns:a16="http://schemas.microsoft.com/office/drawing/2014/main" id="{18DCE252-F8F2-C743-94E3-CD7AD486B37B}"/>
              </a:ext>
            </a:extLst>
          </p:cNvPr>
          <p:cNvSpPr/>
          <p:nvPr/>
        </p:nvSpPr>
        <p:spPr>
          <a:xfrm rot="16200000">
            <a:off x="2458434" y="816768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4" name="Triangle 193">
            <a:extLst>
              <a:ext uri="{FF2B5EF4-FFF2-40B4-BE49-F238E27FC236}">
                <a16:creationId xmlns:a16="http://schemas.microsoft.com/office/drawing/2014/main" id="{B72A4A89-4BC1-824E-9468-EA04A1E671A3}"/>
              </a:ext>
            </a:extLst>
          </p:cNvPr>
          <p:cNvSpPr/>
          <p:nvPr/>
        </p:nvSpPr>
        <p:spPr>
          <a:xfrm rot="16200000">
            <a:off x="2991392" y="8167681"/>
            <a:ext cx="82716" cy="5861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ACEFDFC0-9B82-7942-9494-B90524E6C3AD}"/>
              </a:ext>
            </a:extLst>
          </p:cNvPr>
          <p:cNvSpPr/>
          <p:nvPr/>
        </p:nvSpPr>
        <p:spPr>
          <a:xfrm>
            <a:off x="4608807" y="7293433"/>
            <a:ext cx="1553170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DEE3AB-7AA8-9240-8FA1-58707470952B}"/>
              </a:ext>
            </a:extLst>
          </p:cNvPr>
          <p:cNvSpPr/>
          <p:nvPr/>
        </p:nvSpPr>
        <p:spPr>
          <a:xfrm>
            <a:off x="4134002" y="7293433"/>
            <a:ext cx="343124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8" name="Triangle 197">
            <a:extLst>
              <a:ext uri="{FF2B5EF4-FFF2-40B4-BE49-F238E27FC236}">
                <a16:creationId xmlns:a16="http://schemas.microsoft.com/office/drawing/2014/main" id="{BE737AAC-BC62-E24E-85B5-E42D929416C1}"/>
              </a:ext>
            </a:extLst>
          </p:cNvPr>
          <p:cNvSpPr/>
          <p:nvPr/>
        </p:nvSpPr>
        <p:spPr>
          <a:xfrm rot="5400000">
            <a:off x="4917472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9" name="Triangle 198">
            <a:extLst>
              <a:ext uri="{FF2B5EF4-FFF2-40B4-BE49-F238E27FC236}">
                <a16:creationId xmlns:a16="http://schemas.microsoft.com/office/drawing/2014/main" id="{3BCAEC41-9A48-2847-A434-88D03FDE2E4B}"/>
              </a:ext>
            </a:extLst>
          </p:cNvPr>
          <p:cNvSpPr/>
          <p:nvPr/>
        </p:nvSpPr>
        <p:spPr>
          <a:xfrm rot="5400000">
            <a:off x="5354674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82AB7FC-2B7C-E04B-B64C-FA0BA82A6BED}"/>
              </a:ext>
            </a:extLst>
          </p:cNvPr>
          <p:cNvSpPr txBox="1"/>
          <p:nvPr/>
        </p:nvSpPr>
        <p:spPr>
          <a:xfrm>
            <a:off x="5182324" y="7390757"/>
            <a:ext cx="12112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TraesCS4D02G263300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E1F798E0-CC8D-DF47-8E08-A281A60A7B30}"/>
              </a:ext>
            </a:extLst>
          </p:cNvPr>
          <p:cNvSpPr txBox="1"/>
          <p:nvPr/>
        </p:nvSpPr>
        <p:spPr>
          <a:xfrm>
            <a:off x="5215114" y="6991738"/>
            <a:ext cx="5592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5,022 bp</a:t>
            </a:r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9D667EFA-18DD-6244-B701-A69195EEACD2}"/>
              </a:ext>
            </a:extLst>
          </p:cNvPr>
          <p:cNvCxnSpPr>
            <a:cxnSpLocks/>
          </p:cNvCxnSpPr>
          <p:nvPr/>
        </p:nvCxnSpPr>
        <p:spPr>
          <a:xfrm>
            <a:off x="4134032" y="7184738"/>
            <a:ext cx="2469655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riangle 202">
            <a:extLst>
              <a:ext uri="{FF2B5EF4-FFF2-40B4-BE49-F238E27FC236}">
                <a16:creationId xmlns:a16="http://schemas.microsoft.com/office/drawing/2014/main" id="{26D9754A-E5ED-A64C-A642-0F09017EAE3D}"/>
              </a:ext>
            </a:extLst>
          </p:cNvPr>
          <p:cNvSpPr/>
          <p:nvPr/>
        </p:nvSpPr>
        <p:spPr>
          <a:xfrm rot="5400000">
            <a:off x="5136073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4" name="Triangle 203">
            <a:extLst>
              <a:ext uri="{FF2B5EF4-FFF2-40B4-BE49-F238E27FC236}">
                <a16:creationId xmlns:a16="http://schemas.microsoft.com/office/drawing/2014/main" id="{CD4D81FB-C40D-694D-B069-2C9026108A14}"/>
              </a:ext>
            </a:extLst>
          </p:cNvPr>
          <p:cNvSpPr/>
          <p:nvPr/>
        </p:nvSpPr>
        <p:spPr>
          <a:xfrm rot="5400000">
            <a:off x="5791877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5" name="Triangle 204">
            <a:extLst>
              <a:ext uri="{FF2B5EF4-FFF2-40B4-BE49-F238E27FC236}">
                <a16:creationId xmlns:a16="http://schemas.microsoft.com/office/drawing/2014/main" id="{1CF63D1E-20C8-C747-A19A-91FFFDE0D7D4}"/>
              </a:ext>
            </a:extLst>
          </p:cNvPr>
          <p:cNvSpPr/>
          <p:nvPr/>
        </p:nvSpPr>
        <p:spPr>
          <a:xfrm rot="5400000">
            <a:off x="5573275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6" name="Triangle 205">
            <a:extLst>
              <a:ext uri="{FF2B5EF4-FFF2-40B4-BE49-F238E27FC236}">
                <a16:creationId xmlns:a16="http://schemas.microsoft.com/office/drawing/2014/main" id="{B4A206DB-5B0C-DA4A-B66A-AA50AB3128FD}"/>
              </a:ext>
            </a:extLst>
          </p:cNvPr>
          <p:cNvSpPr/>
          <p:nvPr/>
        </p:nvSpPr>
        <p:spPr>
          <a:xfrm rot="5400000">
            <a:off x="4698870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7" name="Triangle 206">
            <a:extLst>
              <a:ext uri="{FF2B5EF4-FFF2-40B4-BE49-F238E27FC236}">
                <a16:creationId xmlns:a16="http://schemas.microsoft.com/office/drawing/2014/main" id="{EBDC8236-83E5-1B43-993B-E299375606EB}"/>
              </a:ext>
            </a:extLst>
          </p:cNvPr>
          <p:cNvSpPr/>
          <p:nvPr/>
        </p:nvSpPr>
        <p:spPr>
          <a:xfrm rot="5400000">
            <a:off x="6010476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8" name="Triangle 207">
            <a:extLst>
              <a:ext uri="{FF2B5EF4-FFF2-40B4-BE49-F238E27FC236}">
                <a16:creationId xmlns:a16="http://schemas.microsoft.com/office/drawing/2014/main" id="{5D157ABB-C07C-274B-A834-6868ECDD33C7}"/>
              </a:ext>
            </a:extLst>
          </p:cNvPr>
          <p:cNvSpPr/>
          <p:nvPr/>
        </p:nvSpPr>
        <p:spPr>
          <a:xfrm rot="5400000">
            <a:off x="4192047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9" name="Triangle 208">
            <a:extLst>
              <a:ext uri="{FF2B5EF4-FFF2-40B4-BE49-F238E27FC236}">
                <a16:creationId xmlns:a16="http://schemas.microsoft.com/office/drawing/2014/main" id="{1ADBC2DB-8EBA-D246-9362-B89701B6E1EC}"/>
              </a:ext>
            </a:extLst>
          </p:cNvPr>
          <p:cNvSpPr/>
          <p:nvPr/>
        </p:nvSpPr>
        <p:spPr>
          <a:xfrm rot="5400000">
            <a:off x="4333334" y="7318916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D818BA8-C4DA-8F49-BFE3-C48048517330}"/>
              </a:ext>
            </a:extLst>
          </p:cNvPr>
          <p:cNvSpPr/>
          <p:nvPr/>
        </p:nvSpPr>
        <p:spPr>
          <a:xfrm>
            <a:off x="5327475" y="7613799"/>
            <a:ext cx="441010" cy="109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1" name="Triangle 210">
            <a:extLst>
              <a:ext uri="{FF2B5EF4-FFF2-40B4-BE49-F238E27FC236}">
                <a16:creationId xmlns:a16="http://schemas.microsoft.com/office/drawing/2014/main" id="{DB4BA210-9F1B-964B-BAA8-7D6964EC497D}"/>
              </a:ext>
            </a:extLst>
          </p:cNvPr>
          <p:cNvSpPr/>
          <p:nvPr/>
        </p:nvSpPr>
        <p:spPr>
          <a:xfrm rot="5400000">
            <a:off x="5506895" y="7639282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2" name="Triangle 211">
            <a:extLst>
              <a:ext uri="{FF2B5EF4-FFF2-40B4-BE49-F238E27FC236}">
                <a16:creationId xmlns:a16="http://schemas.microsoft.com/office/drawing/2014/main" id="{3158F259-0A53-9D4C-83B6-BA3239529076}"/>
              </a:ext>
            </a:extLst>
          </p:cNvPr>
          <p:cNvSpPr/>
          <p:nvPr/>
        </p:nvSpPr>
        <p:spPr>
          <a:xfrm rot="5400000">
            <a:off x="5347486" y="7639282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3" name="Triangle 212">
            <a:extLst>
              <a:ext uri="{FF2B5EF4-FFF2-40B4-BE49-F238E27FC236}">
                <a16:creationId xmlns:a16="http://schemas.microsoft.com/office/drawing/2014/main" id="{4F7E424A-31C5-5944-A84B-240456800D96}"/>
              </a:ext>
            </a:extLst>
          </p:cNvPr>
          <p:cNvSpPr/>
          <p:nvPr/>
        </p:nvSpPr>
        <p:spPr>
          <a:xfrm rot="5400000">
            <a:off x="5666304" y="7639282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6D24C9B1-3B07-3745-BCE6-4E5EF4E10B04}"/>
              </a:ext>
            </a:extLst>
          </p:cNvPr>
          <p:cNvSpPr txBox="1"/>
          <p:nvPr/>
        </p:nvSpPr>
        <p:spPr>
          <a:xfrm>
            <a:off x="5117563" y="7706523"/>
            <a:ext cx="12112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TraesCS4D02G263400</a:t>
            </a:r>
            <a:endParaRPr lang="en-JP" sz="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18E1F986-D9BC-CB44-B173-13D53F75D072}"/>
              </a:ext>
            </a:extLst>
          </p:cNvPr>
          <p:cNvSpPr/>
          <p:nvPr/>
        </p:nvSpPr>
        <p:spPr>
          <a:xfrm>
            <a:off x="4594976" y="7992676"/>
            <a:ext cx="1999245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6" name="Triangle 215">
            <a:extLst>
              <a:ext uri="{FF2B5EF4-FFF2-40B4-BE49-F238E27FC236}">
                <a16:creationId xmlns:a16="http://schemas.microsoft.com/office/drawing/2014/main" id="{92415F9F-032A-7047-BE32-480E35F8B0CC}"/>
              </a:ext>
            </a:extLst>
          </p:cNvPr>
          <p:cNvSpPr/>
          <p:nvPr/>
        </p:nvSpPr>
        <p:spPr>
          <a:xfrm rot="5400000">
            <a:off x="5098830" y="8018159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7" name="Triangle 216">
            <a:extLst>
              <a:ext uri="{FF2B5EF4-FFF2-40B4-BE49-F238E27FC236}">
                <a16:creationId xmlns:a16="http://schemas.microsoft.com/office/drawing/2014/main" id="{A8CA7932-95AD-2C45-8EAA-15666E983B38}"/>
              </a:ext>
            </a:extLst>
          </p:cNvPr>
          <p:cNvSpPr/>
          <p:nvPr/>
        </p:nvSpPr>
        <p:spPr>
          <a:xfrm rot="5400000">
            <a:off x="5541411" y="8018159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8" name="Triangle 217">
            <a:extLst>
              <a:ext uri="{FF2B5EF4-FFF2-40B4-BE49-F238E27FC236}">
                <a16:creationId xmlns:a16="http://schemas.microsoft.com/office/drawing/2014/main" id="{9491255E-547F-7F42-9524-F02486E0A8AC}"/>
              </a:ext>
            </a:extLst>
          </p:cNvPr>
          <p:cNvSpPr/>
          <p:nvPr/>
        </p:nvSpPr>
        <p:spPr>
          <a:xfrm rot="5400000">
            <a:off x="4656248" y="8018159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9" name="Triangle 218">
            <a:extLst>
              <a:ext uri="{FF2B5EF4-FFF2-40B4-BE49-F238E27FC236}">
                <a16:creationId xmlns:a16="http://schemas.microsoft.com/office/drawing/2014/main" id="{35C3A6E2-BF19-304B-9695-8F18E2204AA9}"/>
              </a:ext>
            </a:extLst>
          </p:cNvPr>
          <p:cNvSpPr/>
          <p:nvPr/>
        </p:nvSpPr>
        <p:spPr>
          <a:xfrm rot="5400000">
            <a:off x="5983992" y="8018159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0" name="Triangle 219">
            <a:extLst>
              <a:ext uri="{FF2B5EF4-FFF2-40B4-BE49-F238E27FC236}">
                <a16:creationId xmlns:a16="http://schemas.microsoft.com/office/drawing/2014/main" id="{64DD7EB0-ABB8-6249-A6EF-A527D89410AA}"/>
              </a:ext>
            </a:extLst>
          </p:cNvPr>
          <p:cNvSpPr/>
          <p:nvPr/>
        </p:nvSpPr>
        <p:spPr>
          <a:xfrm rot="5400000">
            <a:off x="6426573" y="8018159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F9DA1FA-FF06-2F40-A03D-4E46D845C796}"/>
              </a:ext>
            </a:extLst>
          </p:cNvPr>
          <p:cNvSpPr/>
          <p:nvPr/>
        </p:nvSpPr>
        <p:spPr>
          <a:xfrm>
            <a:off x="4129647" y="8144347"/>
            <a:ext cx="47916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2" name="Triangle 221">
            <a:extLst>
              <a:ext uri="{FF2B5EF4-FFF2-40B4-BE49-F238E27FC236}">
                <a16:creationId xmlns:a16="http://schemas.microsoft.com/office/drawing/2014/main" id="{B93B576F-35B1-3641-8497-19E8C8ADAC18}"/>
              </a:ext>
            </a:extLst>
          </p:cNvPr>
          <p:cNvSpPr/>
          <p:nvPr/>
        </p:nvSpPr>
        <p:spPr>
          <a:xfrm rot="5400000">
            <a:off x="4442455" y="8170547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3" name="Triangle 222">
            <a:extLst>
              <a:ext uri="{FF2B5EF4-FFF2-40B4-BE49-F238E27FC236}">
                <a16:creationId xmlns:a16="http://schemas.microsoft.com/office/drawing/2014/main" id="{20A2E0D7-670D-3B40-A5EB-A5843C933F00}"/>
              </a:ext>
            </a:extLst>
          </p:cNvPr>
          <p:cNvSpPr/>
          <p:nvPr/>
        </p:nvSpPr>
        <p:spPr>
          <a:xfrm rot="5400000">
            <a:off x="4221164" y="8170547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985B66A-36E7-F946-8410-3F1A0AD71E60}"/>
              </a:ext>
            </a:extLst>
          </p:cNvPr>
          <p:cNvSpPr/>
          <p:nvPr/>
        </p:nvSpPr>
        <p:spPr>
          <a:xfrm>
            <a:off x="5323776" y="8144347"/>
            <a:ext cx="911420" cy="1092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5" name="Triangle 224">
            <a:extLst>
              <a:ext uri="{FF2B5EF4-FFF2-40B4-BE49-F238E27FC236}">
                <a16:creationId xmlns:a16="http://schemas.microsoft.com/office/drawing/2014/main" id="{BF4810C9-EFFE-0E4D-A31D-5CED1AFB2498}"/>
              </a:ext>
            </a:extLst>
          </p:cNvPr>
          <p:cNvSpPr/>
          <p:nvPr/>
        </p:nvSpPr>
        <p:spPr>
          <a:xfrm rot="5400000">
            <a:off x="5366692" y="8169830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6" name="Triangle 225">
            <a:extLst>
              <a:ext uri="{FF2B5EF4-FFF2-40B4-BE49-F238E27FC236}">
                <a16:creationId xmlns:a16="http://schemas.microsoft.com/office/drawing/2014/main" id="{70559967-58F6-2C4C-BD2C-B2AD0657A9C6}"/>
              </a:ext>
            </a:extLst>
          </p:cNvPr>
          <p:cNvSpPr/>
          <p:nvPr/>
        </p:nvSpPr>
        <p:spPr>
          <a:xfrm rot="5400000">
            <a:off x="5733341" y="8169830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7" name="Triangle 226">
            <a:extLst>
              <a:ext uri="{FF2B5EF4-FFF2-40B4-BE49-F238E27FC236}">
                <a16:creationId xmlns:a16="http://schemas.microsoft.com/office/drawing/2014/main" id="{A2485B37-77C5-4840-867C-63175534D276}"/>
              </a:ext>
            </a:extLst>
          </p:cNvPr>
          <p:cNvSpPr/>
          <p:nvPr/>
        </p:nvSpPr>
        <p:spPr>
          <a:xfrm rot="5400000">
            <a:off x="6099989" y="8169830"/>
            <a:ext cx="82716" cy="5823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228" name="Picture 227">
            <a:extLst>
              <a:ext uri="{FF2B5EF4-FFF2-40B4-BE49-F238E27FC236}">
                <a16:creationId xmlns:a16="http://schemas.microsoft.com/office/drawing/2014/main" id="{A1728A22-0769-F243-B675-E0976C8C7E5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2500" t="27704" r="2499" b="39939"/>
          <a:stretch/>
        </p:blipFill>
        <p:spPr>
          <a:xfrm>
            <a:off x="718128" y="5189215"/>
            <a:ext cx="559997" cy="80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2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1FDB2D-5323-0240-887B-4E82796FD658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24F52-1D60-6C43-B654-06F06A90D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64220"/>
            <a:ext cx="6858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05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1FDB2D-5323-0240-887B-4E82796FD658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61CAE1-209A-6045-A413-96B2626FB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80" y="1202634"/>
            <a:ext cx="3042084" cy="28392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DBBB7A-AA87-E34F-B09C-019398EFE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484" y="1202634"/>
            <a:ext cx="3042084" cy="28392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6AB74D-4230-8248-8E0B-4068AC516565}"/>
              </a:ext>
            </a:extLst>
          </p:cNvPr>
          <p:cNvSpPr txBox="1"/>
          <p:nvPr/>
        </p:nvSpPr>
        <p:spPr>
          <a:xfrm>
            <a:off x="60562" y="1233355"/>
            <a:ext cx="349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9F458-F75F-384B-8167-4DBC7EDF3D24}"/>
              </a:ext>
            </a:extLst>
          </p:cNvPr>
          <p:cNvSpPr txBox="1"/>
          <p:nvPr/>
        </p:nvSpPr>
        <p:spPr>
          <a:xfrm>
            <a:off x="3452285" y="1233355"/>
            <a:ext cx="340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sz="16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41006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6F8CDD3-BF5A-B347-B472-F16451FF1E5E}"/>
              </a:ext>
            </a:extLst>
          </p:cNvPr>
          <p:cNvSpPr/>
          <p:nvPr/>
        </p:nvSpPr>
        <p:spPr>
          <a:xfrm>
            <a:off x="1" y="1428278"/>
            <a:ext cx="6858000" cy="3173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1FDB2D-5323-0240-887B-4E82796FD658}"/>
              </a:ext>
            </a:extLst>
          </p:cNvPr>
          <p:cNvSpPr txBox="1"/>
          <p:nvPr/>
        </p:nvSpPr>
        <p:spPr>
          <a:xfrm>
            <a:off x="62979" y="42443"/>
            <a:ext cx="16837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3600" dirty="0"/>
              <a:t>Figure ?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067034B-C7B9-684B-9C2E-AC66395DAEF1}"/>
              </a:ext>
            </a:extLst>
          </p:cNvPr>
          <p:cNvSpPr>
            <a:spLocks noChangeAspect="1"/>
          </p:cNvSpPr>
          <p:nvPr/>
        </p:nvSpPr>
        <p:spPr>
          <a:xfrm>
            <a:off x="146884" y="1982675"/>
            <a:ext cx="1911241" cy="1911241"/>
          </a:xfrm>
          <a:prstGeom prst="ellipse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9208B77-378B-1741-8EC2-DD9517D19AF3}"/>
              </a:ext>
            </a:extLst>
          </p:cNvPr>
          <p:cNvSpPr>
            <a:spLocks noChangeAspect="1"/>
          </p:cNvSpPr>
          <p:nvPr/>
        </p:nvSpPr>
        <p:spPr>
          <a:xfrm>
            <a:off x="1679537" y="2712867"/>
            <a:ext cx="450857" cy="450857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40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0208235-333E-C449-8F85-C2D4F614C564}"/>
              </a:ext>
            </a:extLst>
          </p:cNvPr>
          <p:cNvSpPr>
            <a:spLocks noChangeAspect="1"/>
          </p:cNvSpPr>
          <p:nvPr/>
        </p:nvSpPr>
        <p:spPr>
          <a:xfrm>
            <a:off x="2377317" y="1982675"/>
            <a:ext cx="1911241" cy="1911241"/>
          </a:xfrm>
          <a:prstGeom prst="ellipse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F9E55A7-6720-3845-BFEC-F767DB1E7AA8}"/>
              </a:ext>
            </a:extLst>
          </p:cNvPr>
          <p:cNvSpPr>
            <a:spLocks noChangeAspect="1"/>
          </p:cNvSpPr>
          <p:nvPr/>
        </p:nvSpPr>
        <p:spPr>
          <a:xfrm>
            <a:off x="3894986" y="2693264"/>
            <a:ext cx="490062" cy="490062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4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2BA5632-245B-234D-94E1-278AD2F95F23}"/>
              </a:ext>
            </a:extLst>
          </p:cNvPr>
          <p:cNvSpPr>
            <a:spLocks noChangeAspect="1"/>
          </p:cNvSpPr>
          <p:nvPr/>
        </p:nvSpPr>
        <p:spPr>
          <a:xfrm>
            <a:off x="4607751" y="1982675"/>
            <a:ext cx="1911241" cy="1911241"/>
          </a:xfrm>
          <a:prstGeom prst="ellipse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DBF168-9073-C24D-941B-4D28E15AFC90}"/>
              </a:ext>
            </a:extLst>
          </p:cNvPr>
          <p:cNvSpPr>
            <a:spLocks noChangeAspect="1"/>
          </p:cNvSpPr>
          <p:nvPr/>
        </p:nvSpPr>
        <p:spPr>
          <a:xfrm>
            <a:off x="6153186" y="2717768"/>
            <a:ext cx="441055" cy="441055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4FCFBA-3EB6-3843-981F-C46D664B9F04}"/>
              </a:ext>
            </a:extLst>
          </p:cNvPr>
          <p:cNvSpPr txBox="1"/>
          <p:nvPr/>
        </p:nvSpPr>
        <p:spPr>
          <a:xfrm>
            <a:off x="292025" y="1518044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latin typeface="Helvetica" pitchFamily="2" charset="0"/>
              </a:rPr>
              <a:t>A-origin reads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0760F3-8956-4648-96D5-7F686B70A51F}"/>
              </a:ext>
            </a:extLst>
          </p:cNvPr>
          <p:cNvSpPr txBox="1"/>
          <p:nvPr/>
        </p:nvSpPr>
        <p:spPr>
          <a:xfrm>
            <a:off x="2529057" y="1518044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latin typeface="Helvetica" pitchFamily="2" charset="0"/>
              </a:rPr>
              <a:t>B-origin reads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16F175-910D-6F46-A542-3DA500A3FACE}"/>
              </a:ext>
            </a:extLst>
          </p:cNvPr>
          <p:cNvSpPr txBox="1"/>
          <p:nvPr/>
        </p:nvSpPr>
        <p:spPr>
          <a:xfrm>
            <a:off x="4766089" y="1518044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latin typeface="Helvetica" pitchFamily="2" charset="0"/>
              </a:rPr>
              <a:t>D-origin reads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ACD38E-0FB6-604F-B383-599C079C761B}"/>
              </a:ext>
            </a:extLst>
          </p:cNvPr>
          <p:cNvSpPr txBox="1"/>
          <p:nvPr/>
        </p:nvSpPr>
        <p:spPr>
          <a:xfrm>
            <a:off x="687164" y="279223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312,230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54A0E9-48BC-5148-83D6-6FD1611F7247}"/>
              </a:ext>
            </a:extLst>
          </p:cNvPr>
          <p:cNvSpPr txBox="1"/>
          <p:nvPr/>
        </p:nvSpPr>
        <p:spPr>
          <a:xfrm>
            <a:off x="1719697" y="4161894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8,905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47DAEF-8225-1746-A3FA-B94B793AA0B5}"/>
              </a:ext>
            </a:extLst>
          </p:cNvPr>
          <p:cNvSpPr txBox="1"/>
          <p:nvPr/>
        </p:nvSpPr>
        <p:spPr>
          <a:xfrm>
            <a:off x="937617" y="4161894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83,764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06F9FF-2FBE-3A4B-8EE8-BF55D923A4B2}"/>
              </a:ext>
            </a:extLst>
          </p:cNvPr>
          <p:cNvSpPr txBox="1"/>
          <p:nvPr/>
        </p:nvSpPr>
        <p:spPr>
          <a:xfrm>
            <a:off x="2917598" y="279223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307,030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80C91D-8B00-1A47-966D-54D45282DAE8}"/>
              </a:ext>
            </a:extLst>
          </p:cNvPr>
          <p:cNvSpPr txBox="1"/>
          <p:nvPr/>
        </p:nvSpPr>
        <p:spPr>
          <a:xfrm>
            <a:off x="3838742" y="4161894"/>
            <a:ext cx="7180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11,629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E860EB-88F4-5C44-A10A-8454AB474AD7}"/>
              </a:ext>
            </a:extLst>
          </p:cNvPr>
          <p:cNvSpPr txBox="1"/>
          <p:nvPr/>
        </p:nvSpPr>
        <p:spPr>
          <a:xfrm>
            <a:off x="3108901" y="4161894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88,179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8ECA97-3A4E-5B4E-B09C-94EA7A1DE7A9}"/>
              </a:ext>
            </a:extLst>
          </p:cNvPr>
          <p:cNvSpPr txBox="1"/>
          <p:nvPr/>
        </p:nvSpPr>
        <p:spPr>
          <a:xfrm>
            <a:off x="5099806" y="279223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312,920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C625AE-B743-4141-AEB6-4ADB5E2EE7AE}"/>
              </a:ext>
            </a:extLst>
          </p:cNvPr>
          <p:cNvSpPr txBox="1"/>
          <p:nvPr/>
        </p:nvSpPr>
        <p:spPr>
          <a:xfrm>
            <a:off x="6201779" y="4161894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8,421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3A32A0-7B6E-7540-A6E7-0140B691AC5D}"/>
              </a:ext>
            </a:extLst>
          </p:cNvPr>
          <p:cNvSpPr txBox="1"/>
          <p:nvPr/>
        </p:nvSpPr>
        <p:spPr>
          <a:xfrm>
            <a:off x="5470489" y="4161894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82,155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8D2307-4D1D-164D-8B31-5EE8093D7D06}"/>
              </a:ext>
            </a:extLst>
          </p:cNvPr>
          <p:cNvCxnSpPr/>
          <p:nvPr/>
        </p:nvCxnSpPr>
        <p:spPr>
          <a:xfrm flipV="1">
            <a:off x="2081734" y="2946122"/>
            <a:ext cx="0" cy="1215772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262CE36-14D5-6E45-842C-A3E90AF33D3B}"/>
              </a:ext>
            </a:extLst>
          </p:cNvPr>
          <p:cNvCxnSpPr>
            <a:cxnSpLocks/>
          </p:cNvCxnSpPr>
          <p:nvPr/>
        </p:nvCxnSpPr>
        <p:spPr>
          <a:xfrm flipV="1">
            <a:off x="1420721" y="2946122"/>
            <a:ext cx="451957" cy="121577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67D962B-79E9-9040-BC60-1CBA2B58FC80}"/>
              </a:ext>
            </a:extLst>
          </p:cNvPr>
          <p:cNvCxnSpPr/>
          <p:nvPr/>
        </p:nvCxnSpPr>
        <p:spPr>
          <a:xfrm flipV="1">
            <a:off x="4332246" y="2946122"/>
            <a:ext cx="0" cy="1215772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4C68882-B3F0-3B43-B589-1E092DCF6B9C}"/>
              </a:ext>
            </a:extLst>
          </p:cNvPr>
          <p:cNvCxnSpPr>
            <a:cxnSpLocks/>
          </p:cNvCxnSpPr>
          <p:nvPr/>
        </p:nvCxnSpPr>
        <p:spPr>
          <a:xfrm flipV="1">
            <a:off x="3671233" y="2946122"/>
            <a:ext cx="451957" cy="121577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2B8FFF8-B89B-C746-8245-B5770A2EE308}"/>
              </a:ext>
            </a:extLst>
          </p:cNvPr>
          <p:cNvCxnSpPr/>
          <p:nvPr/>
        </p:nvCxnSpPr>
        <p:spPr>
          <a:xfrm flipV="1">
            <a:off x="6549800" y="2942924"/>
            <a:ext cx="0" cy="1215772"/>
          </a:xfrm>
          <a:prstGeom prst="straightConnector1">
            <a:avLst/>
          </a:prstGeom>
          <a:ln w="127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EABEA8E-DDBB-D641-81FB-7848B865C94E}"/>
              </a:ext>
            </a:extLst>
          </p:cNvPr>
          <p:cNvCxnSpPr>
            <a:cxnSpLocks/>
          </p:cNvCxnSpPr>
          <p:nvPr/>
        </p:nvCxnSpPr>
        <p:spPr>
          <a:xfrm flipV="1">
            <a:off x="5903901" y="2942924"/>
            <a:ext cx="451957" cy="121577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24F21463-04F2-6E44-A9E2-2229B0ED992E}"/>
              </a:ext>
            </a:extLst>
          </p:cNvPr>
          <p:cNvSpPr txBox="1"/>
          <p:nvPr/>
        </p:nvSpPr>
        <p:spPr>
          <a:xfrm>
            <a:off x="687163" y="2038441"/>
            <a:ext cx="799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HISAT2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9555E1-6925-D946-9D74-47DC83CA2E38}"/>
              </a:ext>
            </a:extLst>
          </p:cNvPr>
          <p:cNvSpPr txBox="1"/>
          <p:nvPr/>
        </p:nvSpPr>
        <p:spPr>
          <a:xfrm>
            <a:off x="2925309" y="2038441"/>
            <a:ext cx="799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HISAT2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76FB4E-F8A5-2B40-91DA-5E1171BB34D8}"/>
              </a:ext>
            </a:extLst>
          </p:cNvPr>
          <p:cNvSpPr txBox="1"/>
          <p:nvPr/>
        </p:nvSpPr>
        <p:spPr>
          <a:xfrm>
            <a:off x="5163454" y="2038441"/>
            <a:ext cx="799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HISAT2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B6245A3-3EB7-9140-AA18-FC54247F5393}"/>
              </a:ext>
            </a:extLst>
          </p:cNvPr>
          <p:cNvSpPr txBox="1"/>
          <p:nvPr/>
        </p:nvSpPr>
        <p:spPr>
          <a:xfrm>
            <a:off x="1210907" y="2434893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EAGLE-RC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A6B7F4-E6ED-474F-B8BA-94718EFFC657}"/>
              </a:ext>
            </a:extLst>
          </p:cNvPr>
          <p:cNvSpPr txBox="1"/>
          <p:nvPr/>
        </p:nvSpPr>
        <p:spPr>
          <a:xfrm>
            <a:off x="3451108" y="2434893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EAGLE-RC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47B413-B9D4-A949-B061-E0959A28088B}"/>
              </a:ext>
            </a:extLst>
          </p:cNvPr>
          <p:cNvSpPr txBox="1"/>
          <p:nvPr/>
        </p:nvSpPr>
        <p:spPr>
          <a:xfrm>
            <a:off x="5691309" y="2434893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400" dirty="0">
                <a:latin typeface="Helvetica" pitchFamily="2" charset="0"/>
              </a:rPr>
              <a:t>EAGLE-RC</a:t>
            </a:r>
          </a:p>
        </p:txBody>
      </p:sp>
    </p:spTree>
    <p:extLst>
      <p:ext uri="{BB962C8B-B14F-4D97-AF65-F5344CB8AC3E}">
        <p14:creationId xmlns:p14="http://schemas.microsoft.com/office/powerpoint/2010/main" val="415873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2BBC4F-A017-344F-B474-43277FDF0800}"/>
              </a:ext>
            </a:extLst>
          </p:cNvPr>
          <p:cNvSpPr txBox="1"/>
          <p:nvPr/>
        </p:nvSpPr>
        <p:spPr>
          <a:xfrm>
            <a:off x="131871" y="6668697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C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86F0E-80FB-0C4C-B294-ACEF635A094C}"/>
              </a:ext>
            </a:extLst>
          </p:cNvPr>
          <p:cNvSpPr txBox="1"/>
          <p:nvPr/>
        </p:nvSpPr>
        <p:spPr>
          <a:xfrm>
            <a:off x="130268" y="11693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A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E096A-768C-8349-8F8A-AB83BDE8482B}"/>
              </a:ext>
            </a:extLst>
          </p:cNvPr>
          <p:cNvSpPr txBox="1"/>
          <p:nvPr/>
        </p:nvSpPr>
        <p:spPr>
          <a:xfrm>
            <a:off x="135878" y="335407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B</a:t>
            </a:r>
            <a:endParaRPr lang="en-JP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pic>
        <p:nvPicPr>
          <p:cNvPr id="8" name="Picture 7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226DBE0A-AE87-504C-81BC-74D80E16C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4" y="101435"/>
            <a:ext cx="5566072" cy="3180612"/>
          </a:xfrm>
          <a:prstGeom prst="rect">
            <a:avLst/>
          </a:prstGeom>
        </p:spPr>
      </p:pic>
      <p:pic>
        <p:nvPicPr>
          <p:cNvPr id="13" name="Picture 12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5EE8073F-C6C2-8E49-96D2-68954694F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14" y="3371343"/>
            <a:ext cx="5566071" cy="3180612"/>
          </a:xfrm>
          <a:prstGeom prst="rect">
            <a:avLst/>
          </a:prstGeom>
        </p:spPr>
      </p:pic>
      <p:pic>
        <p:nvPicPr>
          <p:cNvPr id="15" name="Picture 14" descr="A screenshot of a cell phone&#10;&#10;Description automatically generated">
            <a:extLst>
              <a:ext uri="{FF2B5EF4-FFF2-40B4-BE49-F238E27FC236}">
                <a16:creationId xmlns:a16="http://schemas.microsoft.com/office/drawing/2014/main" id="{82CCB39D-14E8-B14A-BE64-1C9DEFC1E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114" y="6641251"/>
            <a:ext cx="5566071" cy="318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661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1078</TotalTime>
  <Words>124</Words>
  <Application>Microsoft Macintosh PowerPoint</Application>
  <PresentationFormat>A4 Paper (210x297 mm)</PresentationFormat>
  <Paragraphs>96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Hiragino Kaku Gothic ProN W6</vt:lpstr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SunJianqiang</dc:creator>
  <cp:lastModifiedBy>FuXi</cp:lastModifiedBy>
  <cp:revision>99</cp:revision>
  <dcterms:created xsi:type="dcterms:W3CDTF">2020-05-12T00:59:39Z</dcterms:created>
  <dcterms:modified xsi:type="dcterms:W3CDTF">2021-02-07T02:25:35Z</dcterms:modified>
</cp:coreProperties>
</file>