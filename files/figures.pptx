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0"/>
  </p:notesMasterIdLst>
  <p:sldIdLst>
    <p:sldId id="260" r:id="rId2"/>
    <p:sldId id="259" r:id="rId3"/>
    <p:sldId id="264" r:id="rId4"/>
    <p:sldId id="267" r:id="rId5"/>
    <p:sldId id="261" r:id="rId6"/>
    <p:sldId id="263" r:id="rId7"/>
    <p:sldId id="266" r:id="rId8"/>
    <p:sldId id="262" r:id="rId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97"/>
    <p:restoredTop sz="94582"/>
  </p:normalViewPr>
  <p:slideViewPr>
    <p:cSldViewPr snapToGrid="0" snapToObjects="1">
      <p:cViewPr>
        <p:scale>
          <a:sx n="78" d="100"/>
          <a:sy n="78" d="100"/>
        </p:scale>
        <p:origin x="35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9E99B-5FC3-5749-8BEF-5E7A24BB1FD9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436D7-ECED-F544-A52B-C22C74B72B0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2739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94099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70431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04415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28731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2398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79093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13198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56911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6186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7058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1811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4711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6072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0613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475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9731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6017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1535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AFE4D-1EDA-744D-B99E-CC22EA1AFE82}" type="datetimeFigureOut">
              <a:rPr lang="en-JP" smtClean="0"/>
              <a:t>2021/02/18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2245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7B595E2-6C26-0341-95BC-A2EF5C47B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937" y="3823034"/>
            <a:ext cx="3063871" cy="20726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A6C47ED-8163-F841-8DBD-6844E48B7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267" y="1906528"/>
            <a:ext cx="2983541" cy="20182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314772-1980-4049-8F6B-DD9DE4174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03" y="3811099"/>
            <a:ext cx="2983541" cy="20182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E6C15C-926F-5043-B001-87DBC6A34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162" y="1885728"/>
            <a:ext cx="2983541" cy="201827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9E0131B-DCDE-7441-A9DA-A932C87FC87C}"/>
              </a:ext>
            </a:extLst>
          </p:cNvPr>
          <p:cNvSpPr txBox="1"/>
          <p:nvPr/>
        </p:nvSpPr>
        <p:spPr>
          <a:xfrm>
            <a:off x="-26953" y="3833195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E36C7D-1FF7-A242-B940-DEFD3E39B793}"/>
              </a:ext>
            </a:extLst>
          </p:cNvPr>
          <p:cNvSpPr txBox="1"/>
          <p:nvPr/>
        </p:nvSpPr>
        <p:spPr>
          <a:xfrm>
            <a:off x="-26953" y="1914736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1566A-908C-FD4D-A001-41C8AC7AFA2C}"/>
              </a:ext>
            </a:extLst>
          </p:cNvPr>
          <p:cNvSpPr txBox="1"/>
          <p:nvPr/>
        </p:nvSpPr>
        <p:spPr>
          <a:xfrm rot="16200000">
            <a:off x="-22251" y="2600333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% reads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E1FF30-E727-A446-AFE4-3AF007CCAB8B}"/>
              </a:ext>
            </a:extLst>
          </p:cNvPr>
          <p:cNvSpPr txBox="1"/>
          <p:nvPr/>
        </p:nvSpPr>
        <p:spPr>
          <a:xfrm rot="16200000">
            <a:off x="-88252" y="4525704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% reads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26603D-5A56-C14A-8D2F-7EEF3AAB73A2}"/>
              </a:ext>
            </a:extLst>
          </p:cNvPr>
          <p:cNvSpPr txBox="1"/>
          <p:nvPr/>
        </p:nvSpPr>
        <p:spPr>
          <a:xfrm>
            <a:off x="3302126" y="191473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EB1C77-7D6C-494C-A43F-C4512C6AFB41}"/>
              </a:ext>
            </a:extLst>
          </p:cNvPr>
          <p:cNvSpPr txBox="1"/>
          <p:nvPr/>
        </p:nvSpPr>
        <p:spPr>
          <a:xfrm>
            <a:off x="3302126" y="3833195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B87551-E08F-F84C-983F-B98C4B6CC332}"/>
              </a:ext>
            </a:extLst>
          </p:cNvPr>
          <p:cNvSpPr txBox="1"/>
          <p:nvPr/>
        </p:nvSpPr>
        <p:spPr>
          <a:xfrm rot="16200000">
            <a:off x="3310552" y="2628849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% reads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ECFFF5-9C50-9040-A28C-4B87A88BB7E3}"/>
              </a:ext>
            </a:extLst>
          </p:cNvPr>
          <p:cNvSpPr txBox="1"/>
          <p:nvPr/>
        </p:nvSpPr>
        <p:spPr>
          <a:xfrm rot="16200000">
            <a:off x="2933045" y="4545356"/>
            <a:ext cx="160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number of genes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D57CA-91F7-2E45-9CCD-2BA6562745E0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1</a:t>
            </a:r>
          </a:p>
        </p:txBody>
      </p:sp>
    </p:spTree>
    <p:extLst>
      <p:ext uri="{BB962C8B-B14F-4D97-AF65-F5344CB8AC3E}">
        <p14:creationId xmlns:p14="http://schemas.microsoft.com/office/powerpoint/2010/main" val="1487317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64F67D-EC66-0843-A35B-61B9559A8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5" y="1292446"/>
            <a:ext cx="3292538" cy="35669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0A822B-BB37-3045-95B9-52B4A030B0DF}"/>
              </a:ext>
            </a:extLst>
          </p:cNvPr>
          <p:cNvSpPr txBox="1"/>
          <p:nvPr/>
        </p:nvSpPr>
        <p:spPr>
          <a:xfrm>
            <a:off x="921461" y="1475258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F45CDC-2C5B-1E49-89EA-EDFA429988A3}"/>
              </a:ext>
            </a:extLst>
          </p:cNvPr>
          <p:cNvSpPr txBox="1"/>
          <p:nvPr/>
        </p:nvSpPr>
        <p:spPr>
          <a:xfrm>
            <a:off x="536143" y="2059052"/>
            <a:ext cx="2106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TraesCS2B02G330500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18E518-C87E-E84C-A77B-FF4833AAD24E}"/>
              </a:ext>
            </a:extLst>
          </p:cNvPr>
          <p:cNvSpPr txBox="1"/>
          <p:nvPr/>
        </p:nvSpPr>
        <p:spPr>
          <a:xfrm>
            <a:off x="1218268" y="3577288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2756CC-4512-8047-8E03-7AD164126A50}"/>
              </a:ext>
            </a:extLst>
          </p:cNvPr>
          <p:cNvCxnSpPr>
            <a:cxnSpLocks/>
          </p:cNvCxnSpPr>
          <p:nvPr/>
        </p:nvCxnSpPr>
        <p:spPr>
          <a:xfrm>
            <a:off x="1998680" y="3854287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C2855AD-4642-2943-9570-E824ADEBC32D}"/>
              </a:ext>
            </a:extLst>
          </p:cNvPr>
          <p:cNvCxnSpPr>
            <a:cxnSpLocks/>
          </p:cNvCxnSpPr>
          <p:nvPr/>
        </p:nvCxnSpPr>
        <p:spPr>
          <a:xfrm>
            <a:off x="1741439" y="1696867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4D25888-973B-EA46-AAC7-4826FC267D4D}"/>
              </a:ext>
            </a:extLst>
          </p:cNvPr>
          <p:cNvCxnSpPr>
            <a:cxnSpLocks/>
          </p:cNvCxnSpPr>
          <p:nvPr/>
        </p:nvCxnSpPr>
        <p:spPr>
          <a:xfrm flipH="1">
            <a:off x="738079" y="2309528"/>
            <a:ext cx="220167" cy="136447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1FD3E64-6AE2-5649-AAD9-11C89AEA6B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588" t="12534" r="25787" b="59841"/>
          <a:stretch/>
        </p:blipFill>
        <p:spPr>
          <a:xfrm>
            <a:off x="3741866" y="1540162"/>
            <a:ext cx="2987411" cy="2259496"/>
          </a:xfrm>
          <a:prstGeom prst="rect">
            <a:avLst/>
          </a:prstGeom>
        </p:spPr>
      </p:pic>
      <p:pic>
        <p:nvPicPr>
          <p:cNvPr id="39" name="Picture 38" descr="A screenshot of a cell phone&#10;&#10;Description automatically generated">
            <a:extLst>
              <a:ext uri="{FF2B5EF4-FFF2-40B4-BE49-F238E27FC236}">
                <a16:creationId xmlns:a16="http://schemas.microsoft.com/office/drawing/2014/main" id="{619A25CD-5BCE-E743-AA49-1DA0319CBB4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432" t="12605" r="25786" b="59612"/>
          <a:stretch/>
        </p:blipFill>
        <p:spPr>
          <a:xfrm>
            <a:off x="300394" y="4953001"/>
            <a:ext cx="2996533" cy="2272410"/>
          </a:xfrm>
          <a:prstGeom prst="rect">
            <a:avLst/>
          </a:prstGeom>
        </p:spPr>
      </p:pic>
      <p:pic>
        <p:nvPicPr>
          <p:cNvPr id="43" name="Picture 42" descr="A screenshot of a cell phone&#10;&#10;Description automatically generated">
            <a:extLst>
              <a:ext uri="{FF2B5EF4-FFF2-40B4-BE49-F238E27FC236}">
                <a16:creationId xmlns:a16="http://schemas.microsoft.com/office/drawing/2014/main" id="{A20F8D8C-A201-D641-8B88-60E3FC3DA54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184" t="12605" r="25519" b="59650"/>
          <a:stretch/>
        </p:blipFill>
        <p:spPr>
          <a:xfrm>
            <a:off x="3702969" y="4953000"/>
            <a:ext cx="3026308" cy="226930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B0C994C-C32B-8946-AA8D-549C236F9322}"/>
              </a:ext>
            </a:extLst>
          </p:cNvPr>
          <p:cNvSpPr txBox="1"/>
          <p:nvPr/>
        </p:nvSpPr>
        <p:spPr>
          <a:xfrm>
            <a:off x="-38828" y="144207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819B47-FF5F-944B-ADA4-2011C33DA651}"/>
              </a:ext>
            </a:extLst>
          </p:cNvPr>
          <p:cNvSpPr txBox="1"/>
          <p:nvPr/>
        </p:nvSpPr>
        <p:spPr>
          <a:xfrm>
            <a:off x="3392651" y="144207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89C2C3-76DF-4549-BEEE-61707ED8C086}"/>
              </a:ext>
            </a:extLst>
          </p:cNvPr>
          <p:cNvSpPr txBox="1"/>
          <p:nvPr/>
        </p:nvSpPr>
        <p:spPr>
          <a:xfrm>
            <a:off x="-39388" y="4906044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933F0D-AD77-F846-BE8F-6AA4AA6CD7C2}"/>
              </a:ext>
            </a:extLst>
          </p:cNvPr>
          <p:cNvSpPr txBox="1"/>
          <p:nvPr/>
        </p:nvSpPr>
        <p:spPr>
          <a:xfrm>
            <a:off x="3392091" y="490604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1A0376-192F-894C-A055-9EEA55F7EC0D}"/>
              </a:ext>
            </a:extLst>
          </p:cNvPr>
          <p:cNvSpPr/>
          <p:nvPr/>
        </p:nvSpPr>
        <p:spPr>
          <a:xfrm>
            <a:off x="5121479" y="3933952"/>
            <a:ext cx="266778" cy="109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B660A5F-0AF1-AE48-B467-104C6C3C7D8B}"/>
              </a:ext>
            </a:extLst>
          </p:cNvPr>
          <p:cNvSpPr/>
          <p:nvPr/>
        </p:nvSpPr>
        <p:spPr>
          <a:xfrm>
            <a:off x="5939206" y="3933952"/>
            <a:ext cx="163785" cy="109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5" name="Triangle 44">
            <a:extLst>
              <a:ext uri="{FF2B5EF4-FFF2-40B4-BE49-F238E27FC236}">
                <a16:creationId xmlns:a16="http://schemas.microsoft.com/office/drawing/2014/main" id="{27162B23-DA8A-7246-9FD4-25A4F126738C}"/>
              </a:ext>
            </a:extLst>
          </p:cNvPr>
          <p:cNvSpPr/>
          <p:nvPr/>
        </p:nvSpPr>
        <p:spPr>
          <a:xfrm rot="5400000">
            <a:off x="5188840" y="3952899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9" name="Triangle 68">
            <a:extLst>
              <a:ext uri="{FF2B5EF4-FFF2-40B4-BE49-F238E27FC236}">
                <a16:creationId xmlns:a16="http://schemas.microsoft.com/office/drawing/2014/main" id="{85CE8A91-8413-064F-B02D-E37CAB49A0C7}"/>
              </a:ext>
            </a:extLst>
          </p:cNvPr>
          <p:cNvSpPr/>
          <p:nvPr/>
        </p:nvSpPr>
        <p:spPr>
          <a:xfrm rot="5400000">
            <a:off x="5979739" y="3952899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EC03B2-3101-A442-9991-8CC07D184215}"/>
              </a:ext>
            </a:extLst>
          </p:cNvPr>
          <p:cNvSpPr txBox="1"/>
          <p:nvPr/>
        </p:nvSpPr>
        <p:spPr>
          <a:xfrm>
            <a:off x="5413393" y="4136636"/>
            <a:ext cx="1476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TraesCS2B02G330600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B4F048-FC5F-4F44-8741-BB81B62B5707}"/>
              </a:ext>
            </a:extLst>
          </p:cNvPr>
          <p:cNvSpPr txBox="1"/>
          <p:nvPr/>
        </p:nvSpPr>
        <p:spPr>
          <a:xfrm>
            <a:off x="4069736" y="4143006"/>
            <a:ext cx="1476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TraesCS2B02G330500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20C4B7-BE42-EE4A-92CC-09DD703BEE82}"/>
              </a:ext>
            </a:extLst>
          </p:cNvPr>
          <p:cNvSpPr txBox="1"/>
          <p:nvPr/>
        </p:nvSpPr>
        <p:spPr>
          <a:xfrm>
            <a:off x="4355670" y="3571739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2,154 bp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C2B59F-5119-144C-A47E-841AA2F32BED}"/>
              </a:ext>
            </a:extLst>
          </p:cNvPr>
          <p:cNvCxnSpPr>
            <a:cxnSpLocks/>
          </p:cNvCxnSpPr>
          <p:nvPr/>
        </p:nvCxnSpPr>
        <p:spPr>
          <a:xfrm>
            <a:off x="3741867" y="3797004"/>
            <a:ext cx="298741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9B197FE0-493D-8149-9CA3-975DB93BD4D4}"/>
              </a:ext>
            </a:extLst>
          </p:cNvPr>
          <p:cNvSpPr txBox="1"/>
          <p:nvPr/>
        </p:nvSpPr>
        <p:spPr>
          <a:xfrm>
            <a:off x="3539997" y="7609241"/>
            <a:ext cx="14830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TraesCS4D02G263200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A52333-AFFD-0C46-A375-07FCA7964867}"/>
              </a:ext>
            </a:extLst>
          </p:cNvPr>
          <p:cNvSpPr txBox="1"/>
          <p:nvPr/>
        </p:nvSpPr>
        <p:spPr>
          <a:xfrm>
            <a:off x="3794019" y="3891223"/>
            <a:ext cx="5613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2D38DC-EED3-084E-89B3-86E5327C8017}"/>
              </a:ext>
            </a:extLst>
          </p:cNvPr>
          <p:cNvSpPr txBox="1"/>
          <p:nvPr/>
        </p:nvSpPr>
        <p:spPr>
          <a:xfrm>
            <a:off x="3625652" y="4337093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7F7405-C157-3A46-936C-F4A41D114B48}"/>
              </a:ext>
            </a:extLst>
          </p:cNvPr>
          <p:cNvSpPr/>
          <p:nvPr/>
        </p:nvSpPr>
        <p:spPr>
          <a:xfrm>
            <a:off x="5121479" y="4387126"/>
            <a:ext cx="817718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C9E6F06-3826-2A49-990E-3E55A9A953BF}"/>
              </a:ext>
            </a:extLst>
          </p:cNvPr>
          <p:cNvSpPr/>
          <p:nvPr/>
        </p:nvSpPr>
        <p:spPr>
          <a:xfrm>
            <a:off x="5939205" y="4515434"/>
            <a:ext cx="79200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1" name="Triangle 60">
            <a:extLst>
              <a:ext uri="{FF2B5EF4-FFF2-40B4-BE49-F238E27FC236}">
                <a16:creationId xmlns:a16="http://schemas.microsoft.com/office/drawing/2014/main" id="{C5DE9249-7508-2341-B7F8-83E79D9F170D}"/>
              </a:ext>
            </a:extLst>
          </p:cNvPr>
          <p:cNvSpPr/>
          <p:nvPr/>
        </p:nvSpPr>
        <p:spPr>
          <a:xfrm rot="5400000">
            <a:off x="5253636" y="4404484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5" name="Triangle 64">
            <a:extLst>
              <a:ext uri="{FF2B5EF4-FFF2-40B4-BE49-F238E27FC236}">
                <a16:creationId xmlns:a16="http://schemas.microsoft.com/office/drawing/2014/main" id="{0DA5F607-5A93-2449-B85C-474329BD9552}"/>
              </a:ext>
            </a:extLst>
          </p:cNvPr>
          <p:cNvSpPr/>
          <p:nvPr/>
        </p:nvSpPr>
        <p:spPr>
          <a:xfrm rot="5400000">
            <a:off x="6042094" y="4535396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8" name="Triangle 87">
            <a:extLst>
              <a:ext uri="{FF2B5EF4-FFF2-40B4-BE49-F238E27FC236}">
                <a16:creationId xmlns:a16="http://schemas.microsoft.com/office/drawing/2014/main" id="{9D8775E2-0DF8-B249-94CE-C85907D93DB9}"/>
              </a:ext>
            </a:extLst>
          </p:cNvPr>
          <p:cNvSpPr/>
          <p:nvPr/>
        </p:nvSpPr>
        <p:spPr>
          <a:xfrm rot="5400000">
            <a:off x="5729733" y="4404484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69F04545-E58D-9B4D-81DF-F8D9CCCAA33E}"/>
              </a:ext>
            </a:extLst>
          </p:cNvPr>
          <p:cNvSpPr/>
          <p:nvPr/>
        </p:nvSpPr>
        <p:spPr>
          <a:xfrm rot="5400000">
            <a:off x="6559915" y="4535396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52F72B-A1F3-DA43-A9F5-54016D56ABE0}"/>
              </a:ext>
            </a:extLst>
          </p:cNvPr>
          <p:cNvGrpSpPr/>
          <p:nvPr/>
        </p:nvGrpSpPr>
        <p:grpSpPr>
          <a:xfrm>
            <a:off x="174655" y="7027458"/>
            <a:ext cx="3520467" cy="1468279"/>
            <a:chOff x="174655" y="7027458"/>
            <a:chExt cx="3520467" cy="146827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9425EC0-A3F0-1844-8D26-A0650FA6DA16}"/>
                </a:ext>
              </a:extLst>
            </p:cNvPr>
            <p:cNvSpPr/>
            <p:nvPr/>
          </p:nvSpPr>
          <p:spPr>
            <a:xfrm>
              <a:off x="1187042" y="7507047"/>
              <a:ext cx="1256215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18C7FE4-BBDE-5F40-A4F9-2C0669725738}"/>
                </a:ext>
              </a:extLst>
            </p:cNvPr>
            <p:cNvSpPr/>
            <p:nvPr/>
          </p:nvSpPr>
          <p:spPr>
            <a:xfrm>
              <a:off x="3119488" y="7507047"/>
              <a:ext cx="163785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4" name="Triangle 73">
              <a:extLst>
                <a:ext uri="{FF2B5EF4-FFF2-40B4-BE49-F238E27FC236}">
                  <a16:creationId xmlns:a16="http://schemas.microsoft.com/office/drawing/2014/main" id="{528168F9-9B11-5D42-BD9D-6FF5A9904F75}"/>
                </a:ext>
              </a:extLst>
            </p:cNvPr>
            <p:cNvSpPr/>
            <p:nvPr/>
          </p:nvSpPr>
          <p:spPr>
            <a:xfrm rot="5400000">
              <a:off x="1257509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5" name="Triangle 74">
              <a:extLst>
                <a:ext uri="{FF2B5EF4-FFF2-40B4-BE49-F238E27FC236}">
                  <a16:creationId xmlns:a16="http://schemas.microsoft.com/office/drawing/2014/main" id="{EFE73F0A-7BDE-6B4E-89F0-76229D0C63D4}"/>
                </a:ext>
              </a:extLst>
            </p:cNvPr>
            <p:cNvSpPr/>
            <p:nvPr/>
          </p:nvSpPr>
          <p:spPr>
            <a:xfrm rot="5400000">
              <a:off x="1782539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6" name="Triangle 75">
              <a:extLst>
                <a:ext uri="{FF2B5EF4-FFF2-40B4-BE49-F238E27FC236}">
                  <a16:creationId xmlns:a16="http://schemas.microsoft.com/office/drawing/2014/main" id="{60343F88-A332-A846-8868-2D1820217B81}"/>
                </a:ext>
              </a:extLst>
            </p:cNvPr>
            <p:cNvSpPr/>
            <p:nvPr/>
          </p:nvSpPr>
          <p:spPr>
            <a:xfrm rot="16200000">
              <a:off x="3160021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020E4D6-2533-8D4C-9003-73EB43957047}"/>
                </a:ext>
              </a:extLst>
            </p:cNvPr>
            <p:cNvSpPr txBox="1"/>
            <p:nvPr/>
          </p:nvSpPr>
          <p:spPr>
            <a:xfrm>
              <a:off x="2212024" y="7299652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TraesCS4D02G145500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0CC3537-348B-6344-9964-DC79570161A3}"/>
                </a:ext>
              </a:extLst>
            </p:cNvPr>
            <p:cNvSpPr txBox="1"/>
            <p:nvPr/>
          </p:nvSpPr>
          <p:spPr>
            <a:xfrm>
              <a:off x="847967" y="7621117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TraesCS4D02G145400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2993B69-B08B-D14F-81AD-F27F2C014954}"/>
                </a:ext>
              </a:extLst>
            </p:cNvPr>
            <p:cNvSpPr txBox="1"/>
            <p:nvPr/>
          </p:nvSpPr>
          <p:spPr>
            <a:xfrm>
              <a:off x="1607205" y="7027458"/>
              <a:ext cx="6848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3,297 bp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FC799822-3DB2-494A-8BA8-DA0B662D4049}"/>
                </a:ext>
              </a:extLst>
            </p:cNvPr>
            <p:cNvCxnSpPr>
              <a:cxnSpLocks/>
            </p:cNvCxnSpPr>
            <p:nvPr/>
          </p:nvCxnSpPr>
          <p:spPr>
            <a:xfrm>
              <a:off x="300395" y="7220458"/>
              <a:ext cx="298741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riangle 80">
              <a:extLst>
                <a:ext uri="{FF2B5EF4-FFF2-40B4-BE49-F238E27FC236}">
                  <a16:creationId xmlns:a16="http://schemas.microsoft.com/office/drawing/2014/main" id="{1932E090-3D3D-084C-83F1-9F56D8EACB4D}"/>
                </a:ext>
              </a:extLst>
            </p:cNvPr>
            <p:cNvSpPr/>
            <p:nvPr/>
          </p:nvSpPr>
          <p:spPr>
            <a:xfrm rot="5400000">
              <a:off x="1520024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2" name="Triangle 81">
              <a:extLst>
                <a:ext uri="{FF2B5EF4-FFF2-40B4-BE49-F238E27FC236}">
                  <a16:creationId xmlns:a16="http://schemas.microsoft.com/office/drawing/2014/main" id="{1526FB17-FC41-7348-A999-370370E247F9}"/>
                </a:ext>
              </a:extLst>
            </p:cNvPr>
            <p:cNvSpPr/>
            <p:nvPr/>
          </p:nvSpPr>
          <p:spPr>
            <a:xfrm rot="5400000">
              <a:off x="2307570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3" name="Triangle 82">
              <a:extLst>
                <a:ext uri="{FF2B5EF4-FFF2-40B4-BE49-F238E27FC236}">
                  <a16:creationId xmlns:a16="http://schemas.microsoft.com/office/drawing/2014/main" id="{B8E0252F-55A2-A742-99B3-26EC47B61A65}"/>
                </a:ext>
              </a:extLst>
            </p:cNvPr>
            <p:cNvSpPr/>
            <p:nvPr/>
          </p:nvSpPr>
          <p:spPr>
            <a:xfrm rot="5400000">
              <a:off x="2045054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6ED489A-CF20-2742-BB5A-3ECF5CC74977}"/>
                </a:ext>
              </a:extLst>
            </p:cNvPr>
            <p:cNvSpPr txBox="1"/>
            <p:nvPr/>
          </p:nvSpPr>
          <p:spPr>
            <a:xfrm>
              <a:off x="343022" y="7456025"/>
              <a:ext cx="5613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IWGSC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5C2E53C-482F-E147-973C-D6E3431201BE}"/>
                </a:ext>
              </a:extLst>
            </p:cNvPr>
            <p:cNvSpPr txBox="1"/>
            <p:nvPr/>
          </p:nvSpPr>
          <p:spPr>
            <a:xfrm>
              <a:off x="174655" y="8182667"/>
              <a:ext cx="77296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IWGSC+1k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CD9CCE9-9D98-2B4F-9699-809142A5861A}"/>
                </a:ext>
              </a:extLst>
            </p:cNvPr>
            <p:cNvSpPr/>
            <p:nvPr/>
          </p:nvSpPr>
          <p:spPr>
            <a:xfrm>
              <a:off x="1187042" y="8231322"/>
              <a:ext cx="2096231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7CB3E54-8371-D44A-8F8A-F03EE427E3EA}"/>
                </a:ext>
              </a:extLst>
            </p:cNvPr>
            <p:cNvSpPr/>
            <p:nvPr/>
          </p:nvSpPr>
          <p:spPr>
            <a:xfrm>
              <a:off x="2313274" y="8386537"/>
              <a:ext cx="969997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2" name="Triangle 111">
              <a:extLst>
                <a:ext uri="{FF2B5EF4-FFF2-40B4-BE49-F238E27FC236}">
                  <a16:creationId xmlns:a16="http://schemas.microsoft.com/office/drawing/2014/main" id="{9E4E2FD1-6EF9-1E47-A4CA-C563F5DD73C7}"/>
                </a:ext>
              </a:extLst>
            </p:cNvPr>
            <p:cNvSpPr/>
            <p:nvPr/>
          </p:nvSpPr>
          <p:spPr>
            <a:xfrm rot="5400000">
              <a:off x="1260088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3" name="Triangle 112">
              <a:extLst>
                <a:ext uri="{FF2B5EF4-FFF2-40B4-BE49-F238E27FC236}">
                  <a16:creationId xmlns:a16="http://schemas.microsoft.com/office/drawing/2014/main" id="{0550E970-268D-CE47-B72F-9085EBB34BCB}"/>
                </a:ext>
              </a:extLst>
            </p:cNvPr>
            <p:cNvSpPr/>
            <p:nvPr/>
          </p:nvSpPr>
          <p:spPr>
            <a:xfrm rot="5400000">
              <a:off x="1885043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8" name="Triangle 117">
              <a:extLst>
                <a:ext uri="{FF2B5EF4-FFF2-40B4-BE49-F238E27FC236}">
                  <a16:creationId xmlns:a16="http://schemas.microsoft.com/office/drawing/2014/main" id="{412C75F3-C91A-7441-840B-8700C7A866B9}"/>
                </a:ext>
              </a:extLst>
            </p:cNvPr>
            <p:cNvSpPr/>
            <p:nvPr/>
          </p:nvSpPr>
          <p:spPr>
            <a:xfrm rot="5400000">
              <a:off x="2509998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20" name="Triangle 119">
              <a:extLst>
                <a:ext uri="{FF2B5EF4-FFF2-40B4-BE49-F238E27FC236}">
                  <a16:creationId xmlns:a16="http://schemas.microsoft.com/office/drawing/2014/main" id="{E63E4A80-57FF-CC4D-BFDD-3ECDD4D26F24}"/>
                </a:ext>
              </a:extLst>
            </p:cNvPr>
            <p:cNvSpPr/>
            <p:nvPr/>
          </p:nvSpPr>
          <p:spPr>
            <a:xfrm rot="5400000">
              <a:off x="3134954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22" name="Triangle 121">
              <a:extLst>
                <a:ext uri="{FF2B5EF4-FFF2-40B4-BE49-F238E27FC236}">
                  <a16:creationId xmlns:a16="http://schemas.microsoft.com/office/drawing/2014/main" id="{76E61B86-D112-824A-A16E-520B94F4DB78}"/>
                </a:ext>
              </a:extLst>
            </p:cNvPr>
            <p:cNvSpPr/>
            <p:nvPr/>
          </p:nvSpPr>
          <p:spPr>
            <a:xfrm rot="16200000">
              <a:off x="2425232" y="8407245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25" name="Triangle 124">
              <a:extLst>
                <a:ext uri="{FF2B5EF4-FFF2-40B4-BE49-F238E27FC236}">
                  <a16:creationId xmlns:a16="http://schemas.microsoft.com/office/drawing/2014/main" id="{78C8972B-A629-0645-A897-26F04367B34B}"/>
                </a:ext>
              </a:extLst>
            </p:cNvPr>
            <p:cNvSpPr/>
            <p:nvPr/>
          </p:nvSpPr>
          <p:spPr>
            <a:xfrm rot="16200000">
              <a:off x="3073566" y="8407245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83F521F-E3AB-D74C-AF86-021F8A8B20BF}"/>
              </a:ext>
            </a:extLst>
          </p:cNvPr>
          <p:cNvGrpSpPr/>
          <p:nvPr/>
        </p:nvGrpSpPr>
        <p:grpSpPr>
          <a:xfrm>
            <a:off x="3693982" y="7027458"/>
            <a:ext cx="3029369" cy="1468279"/>
            <a:chOff x="3693982" y="7027458"/>
            <a:chExt cx="3029369" cy="1468279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46FFCF0-75CE-204D-8FD9-F5F0E23B0DE5}"/>
                </a:ext>
              </a:extLst>
            </p:cNvPr>
            <p:cNvSpPr/>
            <p:nvPr/>
          </p:nvSpPr>
          <p:spPr>
            <a:xfrm>
              <a:off x="4280696" y="7507047"/>
              <a:ext cx="1901798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7DB7509-CDC0-2743-A3E4-F5EFF7D79424}"/>
                </a:ext>
              </a:extLst>
            </p:cNvPr>
            <p:cNvSpPr/>
            <p:nvPr/>
          </p:nvSpPr>
          <p:spPr>
            <a:xfrm>
              <a:off x="3699315" y="7507047"/>
              <a:ext cx="420143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6" name="Triangle 85">
              <a:extLst>
                <a:ext uri="{FF2B5EF4-FFF2-40B4-BE49-F238E27FC236}">
                  <a16:creationId xmlns:a16="http://schemas.microsoft.com/office/drawing/2014/main" id="{9A9E9149-0FF1-6540-99BF-800FB1E3166D}"/>
                </a:ext>
              </a:extLst>
            </p:cNvPr>
            <p:cNvSpPr/>
            <p:nvPr/>
          </p:nvSpPr>
          <p:spPr>
            <a:xfrm rot="5400000">
              <a:off x="4667927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7" name="Triangle 86">
              <a:extLst>
                <a:ext uri="{FF2B5EF4-FFF2-40B4-BE49-F238E27FC236}">
                  <a16:creationId xmlns:a16="http://schemas.microsoft.com/office/drawing/2014/main" id="{1AD203DC-6D8A-104E-969E-81506406DD67}"/>
                </a:ext>
              </a:extLst>
            </p:cNvPr>
            <p:cNvSpPr/>
            <p:nvPr/>
          </p:nvSpPr>
          <p:spPr>
            <a:xfrm rot="5400000">
              <a:off x="5203265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049E4B5-660B-CE4E-8F26-DFDDCF67C2D5}"/>
                </a:ext>
              </a:extLst>
            </p:cNvPr>
            <p:cNvSpPr txBox="1"/>
            <p:nvPr/>
          </p:nvSpPr>
          <p:spPr>
            <a:xfrm>
              <a:off x="4982946" y="7604371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TraesCS4D02G263300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44DC407-4BFC-A448-9EDB-5F102A9D299A}"/>
                </a:ext>
              </a:extLst>
            </p:cNvPr>
            <p:cNvSpPr txBox="1"/>
            <p:nvPr/>
          </p:nvSpPr>
          <p:spPr>
            <a:xfrm>
              <a:off x="5023095" y="7027458"/>
              <a:ext cx="6848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5,022 bp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C5097EEA-AE43-3141-A4DC-70FB871EA835}"/>
                </a:ext>
              </a:extLst>
            </p:cNvPr>
            <p:cNvCxnSpPr>
              <a:cxnSpLocks/>
            </p:cNvCxnSpPr>
            <p:nvPr/>
          </p:nvCxnSpPr>
          <p:spPr>
            <a:xfrm>
              <a:off x="3699351" y="7220458"/>
              <a:ext cx="3024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riangle 92">
              <a:extLst>
                <a:ext uri="{FF2B5EF4-FFF2-40B4-BE49-F238E27FC236}">
                  <a16:creationId xmlns:a16="http://schemas.microsoft.com/office/drawing/2014/main" id="{820DBB25-AD62-FB41-8002-86CA17B2C091}"/>
                </a:ext>
              </a:extLst>
            </p:cNvPr>
            <p:cNvSpPr/>
            <p:nvPr/>
          </p:nvSpPr>
          <p:spPr>
            <a:xfrm rot="5400000">
              <a:off x="4935596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4" name="Triangle 93">
              <a:extLst>
                <a:ext uri="{FF2B5EF4-FFF2-40B4-BE49-F238E27FC236}">
                  <a16:creationId xmlns:a16="http://schemas.microsoft.com/office/drawing/2014/main" id="{0ED1EDA0-A647-054E-8658-F5D94F59FF38}"/>
                </a:ext>
              </a:extLst>
            </p:cNvPr>
            <p:cNvSpPr/>
            <p:nvPr/>
          </p:nvSpPr>
          <p:spPr>
            <a:xfrm rot="5400000">
              <a:off x="5738603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5" name="Triangle 94">
              <a:extLst>
                <a:ext uri="{FF2B5EF4-FFF2-40B4-BE49-F238E27FC236}">
                  <a16:creationId xmlns:a16="http://schemas.microsoft.com/office/drawing/2014/main" id="{49AAA1ED-1251-D040-894F-72A7C76F476F}"/>
                </a:ext>
              </a:extLst>
            </p:cNvPr>
            <p:cNvSpPr/>
            <p:nvPr/>
          </p:nvSpPr>
          <p:spPr>
            <a:xfrm rot="5400000">
              <a:off x="5470934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6" name="Triangle 95">
              <a:extLst>
                <a:ext uri="{FF2B5EF4-FFF2-40B4-BE49-F238E27FC236}">
                  <a16:creationId xmlns:a16="http://schemas.microsoft.com/office/drawing/2014/main" id="{6CCD94A4-CE89-1440-85B5-AF0D8068F498}"/>
                </a:ext>
              </a:extLst>
            </p:cNvPr>
            <p:cNvSpPr/>
            <p:nvPr/>
          </p:nvSpPr>
          <p:spPr>
            <a:xfrm rot="5400000">
              <a:off x="4400258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7" name="Triangle 96">
              <a:extLst>
                <a:ext uri="{FF2B5EF4-FFF2-40B4-BE49-F238E27FC236}">
                  <a16:creationId xmlns:a16="http://schemas.microsoft.com/office/drawing/2014/main" id="{23E8225C-8F5B-3E47-992B-0588D924A4DB}"/>
                </a:ext>
              </a:extLst>
            </p:cNvPr>
            <p:cNvSpPr/>
            <p:nvPr/>
          </p:nvSpPr>
          <p:spPr>
            <a:xfrm rot="5400000">
              <a:off x="6006270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8" name="Triangle 97">
              <a:extLst>
                <a:ext uri="{FF2B5EF4-FFF2-40B4-BE49-F238E27FC236}">
                  <a16:creationId xmlns:a16="http://schemas.microsoft.com/office/drawing/2014/main" id="{EE8833D9-F5A8-7F48-AB86-5CA34CF1265B}"/>
                </a:ext>
              </a:extLst>
            </p:cNvPr>
            <p:cNvSpPr/>
            <p:nvPr/>
          </p:nvSpPr>
          <p:spPr>
            <a:xfrm rot="5400000">
              <a:off x="3779672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9" name="Triangle 98">
              <a:extLst>
                <a:ext uri="{FF2B5EF4-FFF2-40B4-BE49-F238E27FC236}">
                  <a16:creationId xmlns:a16="http://schemas.microsoft.com/office/drawing/2014/main" id="{DC584448-4126-8244-9BBA-756882D4FB1C}"/>
                </a:ext>
              </a:extLst>
            </p:cNvPr>
            <p:cNvSpPr/>
            <p:nvPr/>
          </p:nvSpPr>
          <p:spPr>
            <a:xfrm rot="5400000">
              <a:off x="3952672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EDE5CC0-6245-2247-A1B2-78D1F589DD14}"/>
                </a:ext>
              </a:extLst>
            </p:cNvPr>
            <p:cNvSpPr/>
            <p:nvPr/>
          </p:nvSpPr>
          <p:spPr>
            <a:xfrm>
              <a:off x="5160677" y="7827413"/>
              <a:ext cx="540000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3" name="Triangle 102">
              <a:extLst>
                <a:ext uri="{FF2B5EF4-FFF2-40B4-BE49-F238E27FC236}">
                  <a16:creationId xmlns:a16="http://schemas.microsoft.com/office/drawing/2014/main" id="{312224B3-26DB-7349-B293-F9FDA610D50E}"/>
                </a:ext>
              </a:extLst>
            </p:cNvPr>
            <p:cNvSpPr/>
            <p:nvPr/>
          </p:nvSpPr>
          <p:spPr>
            <a:xfrm rot="5400000">
              <a:off x="5389654" y="7846360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4" name="Triangle 103">
              <a:extLst>
                <a:ext uri="{FF2B5EF4-FFF2-40B4-BE49-F238E27FC236}">
                  <a16:creationId xmlns:a16="http://schemas.microsoft.com/office/drawing/2014/main" id="{6995674A-39EF-AE49-80C8-79EB9D427538}"/>
                </a:ext>
              </a:extLst>
            </p:cNvPr>
            <p:cNvSpPr/>
            <p:nvPr/>
          </p:nvSpPr>
          <p:spPr>
            <a:xfrm rot="5400000">
              <a:off x="5194464" y="7846360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5" name="Triangle 104">
              <a:extLst>
                <a:ext uri="{FF2B5EF4-FFF2-40B4-BE49-F238E27FC236}">
                  <a16:creationId xmlns:a16="http://schemas.microsoft.com/office/drawing/2014/main" id="{68FA46A3-AFDF-1E4C-B777-15E814E8E444}"/>
                </a:ext>
              </a:extLst>
            </p:cNvPr>
            <p:cNvSpPr/>
            <p:nvPr/>
          </p:nvSpPr>
          <p:spPr>
            <a:xfrm rot="5400000">
              <a:off x="5584844" y="7846360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EC59FA8-A803-834F-B402-24B5799D734B}"/>
                </a:ext>
              </a:extLst>
            </p:cNvPr>
            <p:cNvSpPr txBox="1"/>
            <p:nvPr/>
          </p:nvSpPr>
          <p:spPr>
            <a:xfrm>
              <a:off x="4903648" y="7920137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TraesCS4D02G263400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DFE909A-44BC-B04A-9561-AD08EFBB8D2C}"/>
                </a:ext>
              </a:extLst>
            </p:cNvPr>
            <p:cNvSpPr/>
            <p:nvPr/>
          </p:nvSpPr>
          <p:spPr>
            <a:xfrm>
              <a:off x="4263760" y="8234866"/>
              <a:ext cx="2448000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0" name="Triangle 129">
              <a:extLst>
                <a:ext uri="{FF2B5EF4-FFF2-40B4-BE49-F238E27FC236}">
                  <a16:creationId xmlns:a16="http://schemas.microsoft.com/office/drawing/2014/main" id="{FDF8E784-65A9-2C44-8500-157C3948B58D}"/>
                </a:ext>
              </a:extLst>
            </p:cNvPr>
            <p:cNvSpPr/>
            <p:nvPr/>
          </p:nvSpPr>
          <p:spPr>
            <a:xfrm rot="5400000">
              <a:off x="4889993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2" name="Triangle 131">
              <a:extLst>
                <a:ext uri="{FF2B5EF4-FFF2-40B4-BE49-F238E27FC236}">
                  <a16:creationId xmlns:a16="http://schemas.microsoft.com/office/drawing/2014/main" id="{46161F35-1B42-0642-99AD-F013F4504F7F}"/>
                </a:ext>
              </a:extLst>
            </p:cNvPr>
            <p:cNvSpPr/>
            <p:nvPr/>
          </p:nvSpPr>
          <p:spPr>
            <a:xfrm rot="5400000">
              <a:off x="5431917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3" name="Triangle 132">
              <a:extLst>
                <a:ext uri="{FF2B5EF4-FFF2-40B4-BE49-F238E27FC236}">
                  <a16:creationId xmlns:a16="http://schemas.microsoft.com/office/drawing/2014/main" id="{A3799621-2341-B940-97B9-3A4FA9613163}"/>
                </a:ext>
              </a:extLst>
            </p:cNvPr>
            <p:cNvSpPr/>
            <p:nvPr/>
          </p:nvSpPr>
          <p:spPr>
            <a:xfrm rot="5400000">
              <a:off x="4348069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4" name="Triangle 133">
              <a:extLst>
                <a:ext uri="{FF2B5EF4-FFF2-40B4-BE49-F238E27FC236}">
                  <a16:creationId xmlns:a16="http://schemas.microsoft.com/office/drawing/2014/main" id="{0E55EA93-FD3E-2C40-B99B-231B1337C899}"/>
                </a:ext>
              </a:extLst>
            </p:cNvPr>
            <p:cNvSpPr/>
            <p:nvPr/>
          </p:nvSpPr>
          <p:spPr>
            <a:xfrm rot="5400000">
              <a:off x="5973841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6" name="Triangle 135">
              <a:extLst>
                <a:ext uri="{FF2B5EF4-FFF2-40B4-BE49-F238E27FC236}">
                  <a16:creationId xmlns:a16="http://schemas.microsoft.com/office/drawing/2014/main" id="{49F03BD7-4888-3040-881C-0D05B5C468FE}"/>
                </a:ext>
              </a:extLst>
            </p:cNvPr>
            <p:cNvSpPr/>
            <p:nvPr/>
          </p:nvSpPr>
          <p:spPr>
            <a:xfrm rot="5400000">
              <a:off x="6515765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151878A-F1EC-1444-8323-513B3AAA9963}"/>
                </a:ext>
              </a:extLst>
            </p:cNvPr>
            <p:cNvSpPr/>
            <p:nvPr/>
          </p:nvSpPr>
          <p:spPr>
            <a:xfrm>
              <a:off x="3693982" y="8386537"/>
              <a:ext cx="586714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8" name="Triangle 137">
              <a:extLst>
                <a:ext uri="{FF2B5EF4-FFF2-40B4-BE49-F238E27FC236}">
                  <a16:creationId xmlns:a16="http://schemas.microsoft.com/office/drawing/2014/main" id="{E89A0563-C948-D24C-98DE-143811564EB0}"/>
                </a:ext>
              </a:extLst>
            </p:cNvPr>
            <p:cNvSpPr/>
            <p:nvPr/>
          </p:nvSpPr>
          <p:spPr>
            <a:xfrm rot="5400000">
              <a:off x="4086287" y="8406201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9" name="Triangle 138">
              <a:extLst>
                <a:ext uri="{FF2B5EF4-FFF2-40B4-BE49-F238E27FC236}">
                  <a16:creationId xmlns:a16="http://schemas.microsoft.com/office/drawing/2014/main" id="{37249A0D-AF18-5244-A437-A554FF3CEBA4}"/>
                </a:ext>
              </a:extLst>
            </p:cNvPr>
            <p:cNvSpPr/>
            <p:nvPr/>
          </p:nvSpPr>
          <p:spPr>
            <a:xfrm rot="5400000">
              <a:off x="3815325" y="8406201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AD1B53F-469A-FE4E-82E4-DFEAEB905485}"/>
                </a:ext>
              </a:extLst>
            </p:cNvPr>
            <p:cNvSpPr/>
            <p:nvPr/>
          </p:nvSpPr>
          <p:spPr>
            <a:xfrm>
              <a:off x="5156148" y="8386537"/>
              <a:ext cx="1116000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2" name="Triangle 141">
              <a:extLst>
                <a:ext uri="{FF2B5EF4-FFF2-40B4-BE49-F238E27FC236}">
                  <a16:creationId xmlns:a16="http://schemas.microsoft.com/office/drawing/2014/main" id="{C37CA383-1D6A-CB42-852E-566ECE57E214}"/>
                </a:ext>
              </a:extLst>
            </p:cNvPr>
            <p:cNvSpPr/>
            <p:nvPr/>
          </p:nvSpPr>
          <p:spPr>
            <a:xfrm rot="5400000">
              <a:off x="5217981" y="840548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3" name="Triangle 142">
              <a:extLst>
                <a:ext uri="{FF2B5EF4-FFF2-40B4-BE49-F238E27FC236}">
                  <a16:creationId xmlns:a16="http://schemas.microsoft.com/office/drawing/2014/main" id="{98082F1B-1F7E-D346-BBC8-590173944622}"/>
                </a:ext>
              </a:extLst>
            </p:cNvPr>
            <p:cNvSpPr/>
            <p:nvPr/>
          </p:nvSpPr>
          <p:spPr>
            <a:xfrm rot="5400000">
              <a:off x="5666928" y="840548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4" name="Triangle 143">
              <a:extLst>
                <a:ext uri="{FF2B5EF4-FFF2-40B4-BE49-F238E27FC236}">
                  <a16:creationId xmlns:a16="http://schemas.microsoft.com/office/drawing/2014/main" id="{76B1A91A-0D62-BF4B-8CB7-D546E686A785}"/>
                </a:ext>
              </a:extLst>
            </p:cNvPr>
            <p:cNvSpPr/>
            <p:nvPr/>
          </p:nvSpPr>
          <p:spPr>
            <a:xfrm rot="5400000">
              <a:off x="6115875" y="840548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5DBBFC-EBD9-E34F-8E6C-DEE851EB5383}"/>
              </a:ext>
            </a:extLst>
          </p:cNvPr>
          <p:cNvCxnSpPr>
            <a:cxnSpLocks/>
          </p:cNvCxnSpPr>
          <p:nvPr/>
        </p:nvCxnSpPr>
        <p:spPr>
          <a:xfrm flipV="1">
            <a:off x="5121479" y="1500659"/>
            <a:ext cx="0" cy="252000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05040E19-52D9-3C4C-8212-637DC58CCA7E}"/>
              </a:ext>
            </a:extLst>
          </p:cNvPr>
          <p:cNvCxnSpPr>
            <a:cxnSpLocks/>
          </p:cNvCxnSpPr>
          <p:nvPr/>
        </p:nvCxnSpPr>
        <p:spPr>
          <a:xfrm flipV="1">
            <a:off x="5387403" y="1500659"/>
            <a:ext cx="0" cy="252000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6CB686A-0C08-B242-8CF6-B08F8E6A7A66}"/>
              </a:ext>
            </a:extLst>
          </p:cNvPr>
          <p:cNvCxnSpPr>
            <a:cxnSpLocks/>
          </p:cNvCxnSpPr>
          <p:nvPr/>
        </p:nvCxnSpPr>
        <p:spPr>
          <a:xfrm flipV="1">
            <a:off x="5123232" y="1516778"/>
            <a:ext cx="0" cy="298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18A35E5C-4610-304D-8F30-DFACF20F1527}"/>
              </a:ext>
            </a:extLst>
          </p:cNvPr>
          <p:cNvCxnSpPr>
            <a:cxnSpLocks/>
          </p:cNvCxnSpPr>
          <p:nvPr/>
        </p:nvCxnSpPr>
        <p:spPr>
          <a:xfrm flipV="1">
            <a:off x="5935371" y="1509126"/>
            <a:ext cx="0" cy="298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D56F4C6-B4DD-9145-801C-FE62B28C42CB}"/>
              </a:ext>
            </a:extLst>
          </p:cNvPr>
          <p:cNvCxnSpPr>
            <a:cxnSpLocks/>
          </p:cNvCxnSpPr>
          <p:nvPr/>
        </p:nvCxnSpPr>
        <p:spPr>
          <a:xfrm flipV="1">
            <a:off x="1194074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ECF60DE-9192-FF4E-8F6D-DCEB32048CAC}"/>
              </a:ext>
            </a:extLst>
          </p:cNvPr>
          <p:cNvCxnSpPr>
            <a:cxnSpLocks/>
          </p:cNvCxnSpPr>
          <p:nvPr/>
        </p:nvCxnSpPr>
        <p:spPr>
          <a:xfrm flipV="1">
            <a:off x="1195509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537E376-8BDA-E146-AD71-42BCC336B299}"/>
              </a:ext>
            </a:extLst>
          </p:cNvPr>
          <p:cNvCxnSpPr>
            <a:cxnSpLocks/>
          </p:cNvCxnSpPr>
          <p:nvPr/>
        </p:nvCxnSpPr>
        <p:spPr>
          <a:xfrm flipV="1">
            <a:off x="2443257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835B4133-9AAB-474E-8088-49A9D967496F}"/>
              </a:ext>
            </a:extLst>
          </p:cNvPr>
          <p:cNvCxnSpPr>
            <a:cxnSpLocks/>
          </p:cNvCxnSpPr>
          <p:nvPr/>
        </p:nvCxnSpPr>
        <p:spPr>
          <a:xfrm flipV="1">
            <a:off x="3274804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E771EAB-CB90-C94F-8A0A-FAF3E33E7F56}"/>
              </a:ext>
            </a:extLst>
          </p:cNvPr>
          <p:cNvCxnSpPr>
            <a:cxnSpLocks/>
          </p:cNvCxnSpPr>
          <p:nvPr/>
        </p:nvCxnSpPr>
        <p:spPr>
          <a:xfrm flipV="1">
            <a:off x="4279392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E7DDEB2-5597-AB4F-8837-271A90123E17}"/>
              </a:ext>
            </a:extLst>
          </p:cNvPr>
          <p:cNvCxnSpPr>
            <a:cxnSpLocks/>
          </p:cNvCxnSpPr>
          <p:nvPr/>
        </p:nvCxnSpPr>
        <p:spPr>
          <a:xfrm flipV="1">
            <a:off x="6718669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C3942B4-01D1-624E-BDF8-12DC10FDAD41}"/>
              </a:ext>
            </a:extLst>
          </p:cNvPr>
          <p:cNvCxnSpPr>
            <a:cxnSpLocks/>
          </p:cNvCxnSpPr>
          <p:nvPr/>
        </p:nvCxnSpPr>
        <p:spPr>
          <a:xfrm flipV="1">
            <a:off x="6184392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DDB3F4A8-0B43-724F-9C52-864641AC8F2D}"/>
              </a:ext>
            </a:extLst>
          </p:cNvPr>
          <p:cNvCxnSpPr>
            <a:cxnSpLocks/>
          </p:cNvCxnSpPr>
          <p:nvPr/>
        </p:nvCxnSpPr>
        <p:spPr>
          <a:xfrm flipV="1">
            <a:off x="4279392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E3E297B5-CD1E-1143-8C3A-0CC48167F587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AFF02-4174-3A48-BE50-49CFED0BE087}"/>
              </a:ext>
            </a:extLst>
          </p:cNvPr>
          <p:cNvSpPr txBox="1"/>
          <p:nvPr/>
        </p:nvSpPr>
        <p:spPr>
          <a:xfrm>
            <a:off x="4296400" y="1404023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435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91E9AC6-5733-E246-826B-F1382054A667}"/>
              </a:ext>
            </a:extLst>
          </p:cNvPr>
          <p:cNvSpPr txBox="1"/>
          <p:nvPr/>
        </p:nvSpPr>
        <p:spPr>
          <a:xfrm>
            <a:off x="4494010" y="169426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58E5B8F-D5E0-B94F-95B4-03AEE8C2D171}"/>
              </a:ext>
            </a:extLst>
          </p:cNvPr>
          <p:cNvSpPr txBox="1"/>
          <p:nvPr/>
        </p:nvSpPr>
        <p:spPr>
          <a:xfrm>
            <a:off x="4406956" y="4836489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84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6F77F03-C8A8-6A4F-AC62-7A65C4EB4233}"/>
              </a:ext>
            </a:extLst>
          </p:cNvPr>
          <p:cNvSpPr txBox="1"/>
          <p:nvPr/>
        </p:nvSpPr>
        <p:spPr>
          <a:xfrm>
            <a:off x="4515960" y="5096913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0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B50CD70-BB7F-314F-A21B-4F5EB8D55506}"/>
              </a:ext>
            </a:extLst>
          </p:cNvPr>
          <p:cNvSpPr txBox="1"/>
          <p:nvPr/>
        </p:nvSpPr>
        <p:spPr>
          <a:xfrm>
            <a:off x="743583" y="4835100"/>
            <a:ext cx="662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1,574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557B2E-B70E-9F43-948B-55A149814BA5}"/>
              </a:ext>
            </a:extLst>
          </p:cNvPr>
          <p:cNvSpPr txBox="1"/>
          <p:nvPr/>
        </p:nvSpPr>
        <p:spPr>
          <a:xfrm>
            <a:off x="1108696" y="509552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0DFE4-728E-984A-A6EE-497032D277F6}"/>
              </a:ext>
            </a:extLst>
          </p:cNvPr>
          <p:cNvSpPr txBox="1"/>
          <p:nvPr/>
        </p:nvSpPr>
        <p:spPr>
          <a:xfrm>
            <a:off x="219086" y="4950407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83F32D-C004-FA4D-8FCF-31223F8A9894}"/>
              </a:ext>
            </a:extLst>
          </p:cNvPr>
          <p:cNvCxnSpPr/>
          <p:nvPr/>
        </p:nvCxnSpPr>
        <p:spPr>
          <a:xfrm>
            <a:off x="4744939" y="1540162"/>
            <a:ext cx="0" cy="275567"/>
          </a:xfrm>
          <a:prstGeom prst="line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820DF59-D8A4-184D-9DC7-4D44428199A1}"/>
              </a:ext>
            </a:extLst>
          </p:cNvPr>
          <p:cNvCxnSpPr/>
          <p:nvPr/>
        </p:nvCxnSpPr>
        <p:spPr>
          <a:xfrm>
            <a:off x="1381029" y="4951839"/>
            <a:ext cx="0" cy="275567"/>
          </a:xfrm>
          <a:prstGeom prst="line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E6B1475-15D0-FE4A-ACA8-58962AC178C1}"/>
              </a:ext>
            </a:extLst>
          </p:cNvPr>
          <p:cNvCxnSpPr/>
          <p:nvPr/>
        </p:nvCxnSpPr>
        <p:spPr>
          <a:xfrm>
            <a:off x="4771250" y="4948599"/>
            <a:ext cx="0" cy="275567"/>
          </a:xfrm>
          <a:prstGeom prst="line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8C0D5B9A-F693-2848-B402-2DDBB1DF4747}"/>
              </a:ext>
            </a:extLst>
          </p:cNvPr>
          <p:cNvSpPr txBox="1"/>
          <p:nvPr/>
        </p:nvSpPr>
        <p:spPr>
          <a:xfrm>
            <a:off x="3625652" y="4945172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2C83D0B-9DFC-8544-9DA4-4EB1DC1F95AA}"/>
              </a:ext>
            </a:extLst>
          </p:cNvPr>
          <p:cNvSpPr txBox="1"/>
          <p:nvPr/>
        </p:nvSpPr>
        <p:spPr>
          <a:xfrm>
            <a:off x="3672658" y="1527484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3465677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B49EDE-853D-7140-A312-9FBE14D2DAA2}"/>
              </a:ext>
            </a:extLst>
          </p:cNvPr>
          <p:cNvSpPr/>
          <p:nvPr/>
        </p:nvSpPr>
        <p:spPr>
          <a:xfrm>
            <a:off x="0" y="1305324"/>
            <a:ext cx="6858000" cy="710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C7C21A9-CA62-D04C-8A70-D93FE92203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44" r="20808" b="18178"/>
          <a:stretch/>
        </p:blipFill>
        <p:spPr>
          <a:xfrm>
            <a:off x="3725241" y="4905369"/>
            <a:ext cx="3063857" cy="2266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53FD33-D648-6647-BC0C-271F446781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277" r="21174" b="17353"/>
          <a:stretch/>
        </p:blipFill>
        <p:spPr>
          <a:xfrm>
            <a:off x="187578" y="4906045"/>
            <a:ext cx="3124889" cy="23732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2AC2B9-33DB-744C-A955-3B21405724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9905" b="17606"/>
          <a:stretch/>
        </p:blipFill>
        <p:spPr>
          <a:xfrm>
            <a:off x="3421991" y="1442074"/>
            <a:ext cx="3370914" cy="23117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64F67D-EC66-0843-A35B-61B9559A89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95" y="1305324"/>
            <a:ext cx="3292538" cy="35669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0A822B-BB37-3045-95B9-52B4A030B0DF}"/>
              </a:ext>
            </a:extLst>
          </p:cNvPr>
          <p:cNvSpPr txBox="1"/>
          <p:nvPr/>
        </p:nvSpPr>
        <p:spPr>
          <a:xfrm>
            <a:off x="921461" y="1475258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F45CDC-2C5B-1E49-89EA-EDFA429988A3}"/>
              </a:ext>
            </a:extLst>
          </p:cNvPr>
          <p:cNvSpPr txBox="1"/>
          <p:nvPr/>
        </p:nvSpPr>
        <p:spPr>
          <a:xfrm>
            <a:off x="536143" y="2059052"/>
            <a:ext cx="2106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TraesCS2B02G330500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18E518-C87E-E84C-A77B-FF4833AAD24E}"/>
              </a:ext>
            </a:extLst>
          </p:cNvPr>
          <p:cNvSpPr txBox="1"/>
          <p:nvPr/>
        </p:nvSpPr>
        <p:spPr>
          <a:xfrm>
            <a:off x="1218268" y="3577288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2756CC-4512-8047-8E03-7AD164126A50}"/>
              </a:ext>
            </a:extLst>
          </p:cNvPr>
          <p:cNvCxnSpPr>
            <a:cxnSpLocks/>
          </p:cNvCxnSpPr>
          <p:nvPr/>
        </p:nvCxnSpPr>
        <p:spPr>
          <a:xfrm>
            <a:off x="1998680" y="3854287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C2855AD-4642-2943-9570-E824ADEBC32D}"/>
              </a:ext>
            </a:extLst>
          </p:cNvPr>
          <p:cNvCxnSpPr>
            <a:cxnSpLocks/>
          </p:cNvCxnSpPr>
          <p:nvPr/>
        </p:nvCxnSpPr>
        <p:spPr>
          <a:xfrm>
            <a:off x="1741439" y="1696867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4D25888-973B-EA46-AAC7-4826FC267D4D}"/>
              </a:ext>
            </a:extLst>
          </p:cNvPr>
          <p:cNvCxnSpPr>
            <a:cxnSpLocks/>
          </p:cNvCxnSpPr>
          <p:nvPr/>
        </p:nvCxnSpPr>
        <p:spPr>
          <a:xfrm flipH="1">
            <a:off x="738079" y="2309528"/>
            <a:ext cx="220167" cy="136447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B0C994C-C32B-8946-AA8D-549C236F9322}"/>
              </a:ext>
            </a:extLst>
          </p:cNvPr>
          <p:cNvSpPr txBox="1"/>
          <p:nvPr/>
        </p:nvSpPr>
        <p:spPr>
          <a:xfrm>
            <a:off x="-38828" y="144207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819B47-FF5F-944B-ADA4-2011C33DA651}"/>
              </a:ext>
            </a:extLst>
          </p:cNvPr>
          <p:cNvSpPr txBox="1"/>
          <p:nvPr/>
        </p:nvSpPr>
        <p:spPr>
          <a:xfrm>
            <a:off x="3392651" y="144207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89C2C3-76DF-4549-BEEE-61707ED8C086}"/>
              </a:ext>
            </a:extLst>
          </p:cNvPr>
          <p:cNvSpPr txBox="1"/>
          <p:nvPr/>
        </p:nvSpPr>
        <p:spPr>
          <a:xfrm>
            <a:off x="-39388" y="4906044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933F0D-AD77-F846-BE8F-6AA4AA6CD7C2}"/>
              </a:ext>
            </a:extLst>
          </p:cNvPr>
          <p:cNvSpPr txBox="1"/>
          <p:nvPr/>
        </p:nvSpPr>
        <p:spPr>
          <a:xfrm>
            <a:off x="3392091" y="490604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3E297B5-CD1E-1143-8C3A-0CC48167F587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2321AC5-A212-A043-A6FB-CCEB909930A5}"/>
              </a:ext>
            </a:extLst>
          </p:cNvPr>
          <p:cNvSpPr txBox="1"/>
          <p:nvPr/>
        </p:nvSpPr>
        <p:spPr>
          <a:xfrm rot="16200000">
            <a:off x="3248128" y="2471109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BC3818E-DFDD-CC48-9018-E4424E488A88}"/>
              </a:ext>
            </a:extLst>
          </p:cNvPr>
          <p:cNvSpPr txBox="1"/>
          <p:nvPr/>
        </p:nvSpPr>
        <p:spPr>
          <a:xfrm rot="16200000">
            <a:off x="-191051" y="6043022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0919542-793A-634B-B07C-ED033C2CABF2}"/>
              </a:ext>
            </a:extLst>
          </p:cNvPr>
          <p:cNvSpPr txBox="1"/>
          <p:nvPr/>
        </p:nvSpPr>
        <p:spPr>
          <a:xfrm rot="16200000">
            <a:off x="3345925" y="6043023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D0E88367-616F-D94F-BDE8-1163D68FF9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2500" t="27704" r="2499" b="39939"/>
          <a:stretch/>
        </p:blipFill>
        <p:spPr>
          <a:xfrm>
            <a:off x="4143602" y="1664977"/>
            <a:ext cx="559997" cy="805212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B509BD99-A499-3349-A94C-AF60151070A7}"/>
              </a:ext>
            </a:extLst>
          </p:cNvPr>
          <p:cNvSpPr txBox="1"/>
          <p:nvPr/>
        </p:nvSpPr>
        <p:spPr>
          <a:xfrm>
            <a:off x="4450222" y="3568368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2,154 bp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AB13059-626C-2E45-B91F-02BDCA0E9666}"/>
              </a:ext>
            </a:extLst>
          </p:cNvPr>
          <p:cNvSpPr txBox="1"/>
          <p:nvPr/>
        </p:nvSpPr>
        <p:spPr>
          <a:xfrm>
            <a:off x="5430900" y="3773568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TraesCS2B02G330600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E00BD78-31A4-C94D-A156-69E44908BE75}"/>
              </a:ext>
            </a:extLst>
          </p:cNvPr>
          <p:cNvSpPr txBox="1"/>
          <p:nvPr/>
        </p:nvSpPr>
        <p:spPr>
          <a:xfrm>
            <a:off x="4598948" y="4101724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TraesCS2B02G330500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EF10CFA-E3DA-0940-93FE-46FC2E7445F7}"/>
              </a:ext>
            </a:extLst>
          </p:cNvPr>
          <p:cNvSpPr txBox="1"/>
          <p:nvPr/>
        </p:nvSpPr>
        <p:spPr>
          <a:xfrm>
            <a:off x="4102046" y="3923998"/>
            <a:ext cx="495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DBAC676-5804-C746-A916-751314F7ED86}"/>
              </a:ext>
            </a:extLst>
          </p:cNvPr>
          <p:cNvSpPr txBox="1"/>
          <p:nvPr/>
        </p:nvSpPr>
        <p:spPr>
          <a:xfrm>
            <a:off x="4008660" y="4316537"/>
            <a:ext cx="682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9A6E8FF-EE0A-564F-8163-22DDB48984C1}"/>
              </a:ext>
            </a:extLst>
          </p:cNvPr>
          <p:cNvSpPr/>
          <p:nvPr/>
        </p:nvSpPr>
        <p:spPr>
          <a:xfrm>
            <a:off x="5328985" y="4366570"/>
            <a:ext cx="721777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6620516-7835-4040-87B3-2439A53ECD7A}"/>
              </a:ext>
            </a:extLst>
          </p:cNvPr>
          <p:cNvSpPr/>
          <p:nvPr/>
        </p:nvSpPr>
        <p:spPr>
          <a:xfrm>
            <a:off x="6050769" y="4494878"/>
            <a:ext cx="699076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6" name="Triangle 165">
            <a:extLst>
              <a:ext uri="{FF2B5EF4-FFF2-40B4-BE49-F238E27FC236}">
                <a16:creationId xmlns:a16="http://schemas.microsoft.com/office/drawing/2014/main" id="{A7280BD7-5E0A-434D-AD4D-B4F9E18BB293}"/>
              </a:ext>
            </a:extLst>
          </p:cNvPr>
          <p:cNvSpPr/>
          <p:nvPr/>
        </p:nvSpPr>
        <p:spPr>
          <a:xfrm rot="5400000">
            <a:off x="5440784" y="4388111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7" name="Triangle 166">
            <a:extLst>
              <a:ext uri="{FF2B5EF4-FFF2-40B4-BE49-F238E27FC236}">
                <a16:creationId xmlns:a16="http://schemas.microsoft.com/office/drawing/2014/main" id="{B6A37D1C-91A9-454E-A970-5FF737F3FF88}"/>
              </a:ext>
            </a:extLst>
          </p:cNvPr>
          <p:cNvSpPr/>
          <p:nvPr/>
        </p:nvSpPr>
        <p:spPr>
          <a:xfrm rot="5400000">
            <a:off x="6136734" y="451902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8" name="Triangle 167">
            <a:extLst>
              <a:ext uri="{FF2B5EF4-FFF2-40B4-BE49-F238E27FC236}">
                <a16:creationId xmlns:a16="http://schemas.microsoft.com/office/drawing/2014/main" id="{191BA028-3B14-C442-8289-407366C6472E}"/>
              </a:ext>
            </a:extLst>
          </p:cNvPr>
          <p:cNvSpPr/>
          <p:nvPr/>
        </p:nvSpPr>
        <p:spPr>
          <a:xfrm rot="5400000">
            <a:off x="5861021" y="4388111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9" name="Triangle 168">
            <a:extLst>
              <a:ext uri="{FF2B5EF4-FFF2-40B4-BE49-F238E27FC236}">
                <a16:creationId xmlns:a16="http://schemas.microsoft.com/office/drawing/2014/main" id="{88196DC5-F4FA-8A44-8C61-72CBA7071C39}"/>
              </a:ext>
            </a:extLst>
          </p:cNvPr>
          <p:cNvSpPr/>
          <p:nvPr/>
        </p:nvSpPr>
        <p:spPr>
          <a:xfrm rot="5400000">
            <a:off x="6593800" y="451902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44E799D-E5FC-454B-B472-3107C0758FA4}"/>
              </a:ext>
            </a:extLst>
          </p:cNvPr>
          <p:cNvCxnSpPr>
            <a:cxnSpLocks/>
          </p:cNvCxnSpPr>
          <p:nvPr/>
        </p:nvCxnSpPr>
        <p:spPr>
          <a:xfrm>
            <a:off x="4129647" y="3756858"/>
            <a:ext cx="2618497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riangle 176">
            <a:extLst>
              <a:ext uri="{FF2B5EF4-FFF2-40B4-BE49-F238E27FC236}">
                <a16:creationId xmlns:a16="http://schemas.microsoft.com/office/drawing/2014/main" id="{A98CD308-B074-8645-8141-E104FAED2D92}"/>
              </a:ext>
            </a:extLst>
          </p:cNvPr>
          <p:cNvSpPr/>
          <p:nvPr/>
        </p:nvSpPr>
        <p:spPr>
          <a:xfrm rot="16200000">
            <a:off x="3062461" y="7575288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40DDBA1-5A22-4140-96AE-E21C33F2B31F}"/>
              </a:ext>
            </a:extLst>
          </p:cNvPr>
          <p:cNvSpPr txBox="1"/>
          <p:nvPr/>
        </p:nvSpPr>
        <p:spPr>
          <a:xfrm>
            <a:off x="2576413" y="7391263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TraesCS4D02G145500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F6F83E7-48C4-F04B-9C97-1F030C09F2C0}"/>
              </a:ext>
            </a:extLst>
          </p:cNvPr>
          <p:cNvSpPr txBox="1"/>
          <p:nvPr/>
        </p:nvSpPr>
        <p:spPr>
          <a:xfrm>
            <a:off x="1169215" y="7679909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F25D550-09F6-1A4F-8D0A-88DE23E0412C}"/>
              </a:ext>
            </a:extLst>
          </p:cNvPr>
          <p:cNvSpPr txBox="1"/>
          <p:nvPr/>
        </p:nvSpPr>
        <p:spPr>
          <a:xfrm>
            <a:off x="1069704" y="7086250"/>
            <a:ext cx="5629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3,297 bp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49D6D43B-3C30-9949-AFC9-D45969F90077}"/>
              </a:ext>
            </a:extLst>
          </p:cNvPr>
          <p:cNvCxnSpPr>
            <a:cxnSpLocks/>
          </p:cNvCxnSpPr>
          <p:nvPr/>
        </p:nvCxnSpPr>
        <p:spPr>
          <a:xfrm>
            <a:off x="719088" y="7279250"/>
            <a:ext cx="2455778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350B3C85-AB18-3247-8E60-305E9C7C31C5}"/>
              </a:ext>
            </a:extLst>
          </p:cNvPr>
          <p:cNvSpPr txBox="1"/>
          <p:nvPr/>
        </p:nvSpPr>
        <p:spPr>
          <a:xfrm>
            <a:off x="754129" y="7514817"/>
            <a:ext cx="461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95B71BE2-B6FD-B34F-B1EC-2B9003172BA4}"/>
              </a:ext>
            </a:extLst>
          </p:cNvPr>
          <p:cNvSpPr txBox="1"/>
          <p:nvPr/>
        </p:nvSpPr>
        <p:spPr>
          <a:xfrm>
            <a:off x="615724" y="7936758"/>
            <a:ext cx="6354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9C68809-3B3A-EC41-97F0-3611906EE1EB}"/>
              </a:ext>
            </a:extLst>
          </p:cNvPr>
          <p:cNvSpPr/>
          <p:nvPr/>
        </p:nvSpPr>
        <p:spPr>
          <a:xfrm>
            <a:off x="1447949" y="7985413"/>
            <a:ext cx="1723191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E794550-DD58-C543-95E3-E257395E87EB}"/>
              </a:ext>
            </a:extLst>
          </p:cNvPr>
          <p:cNvSpPr/>
          <p:nvPr/>
        </p:nvSpPr>
        <p:spPr>
          <a:xfrm>
            <a:off x="2373759" y="8140628"/>
            <a:ext cx="797379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89" name="Triangle 188">
            <a:extLst>
              <a:ext uri="{FF2B5EF4-FFF2-40B4-BE49-F238E27FC236}">
                <a16:creationId xmlns:a16="http://schemas.microsoft.com/office/drawing/2014/main" id="{77898C30-38B6-D34E-B513-D41A3D27E3E3}"/>
              </a:ext>
            </a:extLst>
          </p:cNvPr>
          <p:cNvSpPr/>
          <p:nvPr/>
        </p:nvSpPr>
        <p:spPr>
          <a:xfrm rot="5400000">
            <a:off x="1500636" y="8010705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0" name="Triangle 189">
            <a:extLst>
              <a:ext uri="{FF2B5EF4-FFF2-40B4-BE49-F238E27FC236}">
                <a16:creationId xmlns:a16="http://schemas.microsoft.com/office/drawing/2014/main" id="{EA6F19D1-E80A-B24C-97F7-7F7BF2F705B0}"/>
              </a:ext>
            </a:extLst>
          </p:cNvPr>
          <p:cNvSpPr/>
          <p:nvPr/>
        </p:nvSpPr>
        <p:spPr>
          <a:xfrm rot="5400000">
            <a:off x="2014375" y="8010705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1" name="Triangle 190">
            <a:extLst>
              <a:ext uri="{FF2B5EF4-FFF2-40B4-BE49-F238E27FC236}">
                <a16:creationId xmlns:a16="http://schemas.microsoft.com/office/drawing/2014/main" id="{E84E0F87-7A5E-A64D-AFF4-0A8A389FDC27}"/>
              </a:ext>
            </a:extLst>
          </p:cNvPr>
          <p:cNvSpPr/>
          <p:nvPr/>
        </p:nvSpPr>
        <p:spPr>
          <a:xfrm rot="5400000">
            <a:off x="2528115" y="8010705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2" name="Triangle 191">
            <a:extLst>
              <a:ext uri="{FF2B5EF4-FFF2-40B4-BE49-F238E27FC236}">
                <a16:creationId xmlns:a16="http://schemas.microsoft.com/office/drawing/2014/main" id="{5CBE3A54-37AF-4F41-8559-BA6D703F91DF}"/>
              </a:ext>
            </a:extLst>
          </p:cNvPr>
          <p:cNvSpPr/>
          <p:nvPr/>
        </p:nvSpPr>
        <p:spPr>
          <a:xfrm rot="5400000">
            <a:off x="3041855" y="8010705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3" name="Triangle 192">
            <a:extLst>
              <a:ext uri="{FF2B5EF4-FFF2-40B4-BE49-F238E27FC236}">
                <a16:creationId xmlns:a16="http://schemas.microsoft.com/office/drawing/2014/main" id="{18DCE252-F8F2-C743-94E3-CD7AD486B37B}"/>
              </a:ext>
            </a:extLst>
          </p:cNvPr>
          <p:cNvSpPr/>
          <p:nvPr/>
        </p:nvSpPr>
        <p:spPr>
          <a:xfrm rot="16200000">
            <a:off x="2458434" y="816768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4" name="Triangle 193">
            <a:extLst>
              <a:ext uri="{FF2B5EF4-FFF2-40B4-BE49-F238E27FC236}">
                <a16:creationId xmlns:a16="http://schemas.microsoft.com/office/drawing/2014/main" id="{B72A4A89-4BC1-824E-9468-EA04A1E671A3}"/>
              </a:ext>
            </a:extLst>
          </p:cNvPr>
          <p:cNvSpPr/>
          <p:nvPr/>
        </p:nvSpPr>
        <p:spPr>
          <a:xfrm rot="16200000">
            <a:off x="2991392" y="816768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82AB7FC-2B7C-E04B-B64C-FA0BA82A6BED}"/>
              </a:ext>
            </a:extLst>
          </p:cNvPr>
          <p:cNvSpPr txBox="1"/>
          <p:nvPr/>
        </p:nvSpPr>
        <p:spPr>
          <a:xfrm>
            <a:off x="5182323" y="7390757"/>
            <a:ext cx="1484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E1F798E0-CC8D-DF47-8E08-A281A60A7B30}"/>
              </a:ext>
            </a:extLst>
          </p:cNvPr>
          <p:cNvSpPr txBox="1"/>
          <p:nvPr/>
        </p:nvSpPr>
        <p:spPr>
          <a:xfrm>
            <a:off x="5215114" y="6991738"/>
            <a:ext cx="5592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5,022 bp</a:t>
            </a: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9D667EFA-18DD-6244-B701-A69195EEACD2}"/>
              </a:ext>
            </a:extLst>
          </p:cNvPr>
          <p:cNvCxnSpPr>
            <a:cxnSpLocks/>
          </p:cNvCxnSpPr>
          <p:nvPr/>
        </p:nvCxnSpPr>
        <p:spPr>
          <a:xfrm>
            <a:off x="4134032" y="7184738"/>
            <a:ext cx="246965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6D24C9B1-3B07-3745-BCE6-4E5EF4E10B04}"/>
              </a:ext>
            </a:extLst>
          </p:cNvPr>
          <p:cNvSpPr txBox="1"/>
          <p:nvPr/>
        </p:nvSpPr>
        <p:spPr>
          <a:xfrm>
            <a:off x="4892647" y="7706523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18E1F986-D9BC-CB44-B173-13D53F75D072}"/>
              </a:ext>
            </a:extLst>
          </p:cNvPr>
          <p:cNvSpPr/>
          <p:nvPr/>
        </p:nvSpPr>
        <p:spPr>
          <a:xfrm>
            <a:off x="4594976" y="7992676"/>
            <a:ext cx="1999245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6" name="Triangle 215">
            <a:extLst>
              <a:ext uri="{FF2B5EF4-FFF2-40B4-BE49-F238E27FC236}">
                <a16:creationId xmlns:a16="http://schemas.microsoft.com/office/drawing/2014/main" id="{92415F9F-032A-7047-BE32-480E35F8B0CC}"/>
              </a:ext>
            </a:extLst>
          </p:cNvPr>
          <p:cNvSpPr/>
          <p:nvPr/>
        </p:nvSpPr>
        <p:spPr>
          <a:xfrm rot="5400000">
            <a:off x="5098830" y="8018159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7" name="Triangle 216">
            <a:extLst>
              <a:ext uri="{FF2B5EF4-FFF2-40B4-BE49-F238E27FC236}">
                <a16:creationId xmlns:a16="http://schemas.microsoft.com/office/drawing/2014/main" id="{A8CA7932-95AD-2C45-8EAA-15666E983B38}"/>
              </a:ext>
            </a:extLst>
          </p:cNvPr>
          <p:cNvSpPr/>
          <p:nvPr/>
        </p:nvSpPr>
        <p:spPr>
          <a:xfrm rot="5400000">
            <a:off x="5541411" y="8018159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8" name="Triangle 217">
            <a:extLst>
              <a:ext uri="{FF2B5EF4-FFF2-40B4-BE49-F238E27FC236}">
                <a16:creationId xmlns:a16="http://schemas.microsoft.com/office/drawing/2014/main" id="{9491255E-547F-7F42-9524-F02486E0A8AC}"/>
              </a:ext>
            </a:extLst>
          </p:cNvPr>
          <p:cNvSpPr/>
          <p:nvPr/>
        </p:nvSpPr>
        <p:spPr>
          <a:xfrm rot="5400000">
            <a:off x="4656248" y="8018159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9" name="Triangle 218">
            <a:extLst>
              <a:ext uri="{FF2B5EF4-FFF2-40B4-BE49-F238E27FC236}">
                <a16:creationId xmlns:a16="http://schemas.microsoft.com/office/drawing/2014/main" id="{35C3A6E2-BF19-304B-9695-8F18E2204AA9}"/>
              </a:ext>
            </a:extLst>
          </p:cNvPr>
          <p:cNvSpPr/>
          <p:nvPr/>
        </p:nvSpPr>
        <p:spPr>
          <a:xfrm rot="5400000">
            <a:off x="5983992" y="8018159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0" name="Triangle 219">
            <a:extLst>
              <a:ext uri="{FF2B5EF4-FFF2-40B4-BE49-F238E27FC236}">
                <a16:creationId xmlns:a16="http://schemas.microsoft.com/office/drawing/2014/main" id="{64DD7EB0-ABB8-6249-A6EF-A527D89410AA}"/>
              </a:ext>
            </a:extLst>
          </p:cNvPr>
          <p:cNvSpPr/>
          <p:nvPr/>
        </p:nvSpPr>
        <p:spPr>
          <a:xfrm rot="5400000">
            <a:off x="6426573" y="8018159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F9DA1FA-FF06-2F40-A03D-4E46D845C796}"/>
              </a:ext>
            </a:extLst>
          </p:cNvPr>
          <p:cNvSpPr/>
          <p:nvPr/>
        </p:nvSpPr>
        <p:spPr>
          <a:xfrm>
            <a:off x="4129647" y="8144347"/>
            <a:ext cx="47916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2" name="Triangle 221">
            <a:extLst>
              <a:ext uri="{FF2B5EF4-FFF2-40B4-BE49-F238E27FC236}">
                <a16:creationId xmlns:a16="http://schemas.microsoft.com/office/drawing/2014/main" id="{B93B576F-35B1-3641-8497-19E8C8ADAC18}"/>
              </a:ext>
            </a:extLst>
          </p:cNvPr>
          <p:cNvSpPr/>
          <p:nvPr/>
        </p:nvSpPr>
        <p:spPr>
          <a:xfrm rot="5400000">
            <a:off x="4442455" y="817054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3" name="Triangle 222">
            <a:extLst>
              <a:ext uri="{FF2B5EF4-FFF2-40B4-BE49-F238E27FC236}">
                <a16:creationId xmlns:a16="http://schemas.microsoft.com/office/drawing/2014/main" id="{20A2E0D7-670D-3B40-A5EB-A5843C933F00}"/>
              </a:ext>
            </a:extLst>
          </p:cNvPr>
          <p:cNvSpPr/>
          <p:nvPr/>
        </p:nvSpPr>
        <p:spPr>
          <a:xfrm rot="5400000">
            <a:off x="4221164" y="817054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D985B66A-36E7-F946-8410-3F1A0AD71E60}"/>
              </a:ext>
            </a:extLst>
          </p:cNvPr>
          <p:cNvSpPr/>
          <p:nvPr/>
        </p:nvSpPr>
        <p:spPr>
          <a:xfrm>
            <a:off x="5323776" y="8144347"/>
            <a:ext cx="91142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5" name="Triangle 224">
            <a:extLst>
              <a:ext uri="{FF2B5EF4-FFF2-40B4-BE49-F238E27FC236}">
                <a16:creationId xmlns:a16="http://schemas.microsoft.com/office/drawing/2014/main" id="{BF4810C9-EFFE-0E4D-A31D-5CED1AFB2498}"/>
              </a:ext>
            </a:extLst>
          </p:cNvPr>
          <p:cNvSpPr/>
          <p:nvPr/>
        </p:nvSpPr>
        <p:spPr>
          <a:xfrm rot="5400000">
            <a:off x="5366692" y="8169830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6" name="Triangle 225">
            <a:extLst>
              <a:ext uri="{FF2B5EF4-FFF2-40B4-BE49-F238E27FC236}">
                <a16:creationId xmlns:a16="http://schemas.microsoft.com/office/drawing/2014/main" id="{70559967-58F6-2C4C-BD2C-B2AD0657A9C6}"/>
              </a:ext>
            </a:extLst>
          </p:cNvPr>
          <p:cNvSpPr/>
          <p:nvPr/>
        </p:nvSpPr>
        <p:spPr>
          <a:xfrm rot="5400000">
            <a:off x="5733341" y="8169830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7" name="Triangle 226">
            <a:extLst>
              <a:ext uri="{FF2B5EF4-FFF2-40B4-BE49-F238E27FC236}">
                <a16:creationId xmlns:a16="http://schemas.microsoft.com/office/drawing/2014/main" id="{A2485B37-77C5-4840-867C-63175534D276}"/>
              </a:ext>
            </a:extLst>
          </p:cNvPr>
          <p:cNvSpPr/>
          <p:nvPr/>
        </p:nvSpPr>
        <p:spPr>
          <a:xfrm rot="5400000">
            <a:off x="6099989" y="8169830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228" name="Picture 227">
            <a:extLst>
              <a:ext uri="{FF2B5EF4-FFF2-40B4-BE49-F238E27FC236}">
                <a16:creationId xmlns:a16="http://schemas.microsoft.com/office/drawing/2014/main" id="{A1728A22-0769-F243-B675-E0976C8C7E5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2500" t="27704" r="2499" b="39939"/>
          <a:stretch/>
        </p:blipFill>
        <p:spPr>
          <a:xfrm>
            <a:off x="718128" y="5189215"/>
            <a:ext cx="559997" cy="805212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79D22E39-6593-404C-B9EB-2CE74E387E1E}"/>
              </a:ext>
            </a:extLst>
          </p:cNvPr>
          <p:cNvSpPr/>
          <p:nvPr/>
        </p:nvSpPr>
        <p:spPr>
          <a:xfrm>
            <a:off x="1454968" y="7541012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83B82E0-A1B0-1A43-84CE-B6A95789A16F}"/>
              </a:ext>
            </a:extLst>
          </p:cNvPr>
          <p:cNvSpPr/>
          <p:nvPr/>
        </p:nvSpPr>
        <p:spPr>
          <a:xfrm>
            <a:off x="1707192" y="7541012"/>
            <a:ext cx="47811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283FBAB-B65C-4C45-AA57-1ADB673CFFA0}"/>
              </a:ext>
            </a:extLst>
          </p:cNvPr>
          <p:cNvSpPr/>
          <p:nvPr/>
        </p:nvSpPr>
        <p:spPr>
          <a:xfrm>
            <a:off x="2177378" y="7541012"/>
            <a:ext cx="1008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803614C-9545-5741-9091-690AA800F6AB}"/>
              </a:ext>
            </a:extLst>
          </p:cNvPr>
          <p:cNvSpPr/>
          <p:nvPr/>
        </p:nvSpPr>
        <p:spPr>
          <a:xfrm>
            <a:off x="2342297" y="7541012"/>
            <a:ext cx="122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0E77E12-7437-AC44-9C45-C1131BFA623F}"/>
              </a:ext>
            </a:extLst>
          </p:cNvPr>
          <p:cNvCxnSpPr>
            <a:cxnSpLocks/>
          </p:cNvCxnSpPr>
          <p:nvPr/>
        </p:nvCxnSpPr>
        <p:spPr>
          <a:xfrm>
            <a:off x="1458422" y="7604596"/>
            <a:ext cx="100780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8B7C92A-1ECC-C147-B15F-70A06DC29B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79" y="9347984"/>
            <a:ext cx="2453010" cy="286292"/>
          </a:xfrm>
          <a:prstGeom prst="rect">
            <a:avLst/>
          </a:prstGeom>
        </p:spPr>
      </p:pic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0034699-030F-A246-A497-EB8A9CBDF490}"/>
              </a:ext>
            </a:extLst>
          </p:cNvPr>
          <p:cNvCxnSpPr>
            <a:cxnSpLocks/>
          </p:cNvCxnSpPr>
          <p:nvPr/>
        </p:nvCxnSpPr>
        <p:spPr>
          <a:xfrm>
            <a:off x="3005796" y="7604596"/>
            <a:ext cx="185293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riangle 10">
            <a:extLst>
              <a:ext uri="{FF2B5EF4-FFF2-40B4-BE49-F238E27FC236}">
                <a16:creationId xmlns:a16="http://schemas.microsoft.com/office/drawing/2014/main" id="{39955D8B-6EB5-8C42-9B47-838D84ABC8BF}"/>
              </a:ext>
            </a:extLst>
          </p:cNvPr>
          <p:cNvSpPr/>
          <p:nvPr/>
        </p:nvSpPr>
        <p:spPr>
          <a:xfrm rot="5400000">
            <a:off x="15089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9" name="Triangle 108">
            <a:extLst>
              <a:ext uri="{FF2B5EF4-FFF2-40B4-BE49-F238E27FC236}">
                <a16:creationId xmlns:a16="http://schemas.microsoft.com/office/drawing/2014/main" id="{C6A22B9A-CA8C-8E44-83F7-F4A60CD1E971}"/>
              </a:ext>
            </a:extLst>
          </p:cNvPr>
          <p:cNvSpPr/>
          <p:nvPr/>
        </p:nvSpPr>
        <p:spPr>
          <a:xfrm rot="5400000">
            <a:off x="16613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A2FF1323-ABBD-3947-B09B-9A1FE7057E3C}"/>
              </a:ext>
            </a:extLst>
          </p:cNvPr>
          <p:cNvSpPr/>
          <p:nvPr/>
        </p:nvSpPr>
        <p:spPr>
          <a:xfrm rot="5400000">
            <a:off x="18137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1" name="Triangle 110">
            <a:extLst>
              <a:ext uri="{FF2B5EF4-FFF2-40B4-BE49-F238E27FC236}">
                <a16:creationId xmlns:a16="http://schemas.microsoft.com/office/drawing/2014/main" id="{0F737AB6-9E53-EC4A-A58A-162761CDC43A}"/>
              </a:ext>
            </a:extLst>
          </p:cNvPr>
          <p:cNvSpPr/>
          <p:nvPr/>
        </p:nvSpPr>
        <p:spPr>
          <a:xfrm rot="5400000">
            <a:off x="19661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2" name="Triangle 111">
            <a:extLst>
              <a:ext uri="{FF2B5EF4-FFF2-40B4-BE49-F238E27FC236}">
                <a16:creationId xmlns:a16="http://schemas.microsoft.com/office/drawing/2014/main" id="{61F1A2DA-72A1-4F4C-90F9-62C2D3A03611}"/>
              </a:ext>
            </a:extLst>
          </p:cNvPr>
          <p:cNvSpPr/>
          <p:nvPr/>
        </p:nvSpPr>
        <p:spPr>
          <a:xfrm rot="5400000">
            <a:off x="21185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0A7D39E3-F9BD-4940-8B67-C8FDF1685A21}"/>
              </a:ext>
            </a:extLst>
          </p:cNvPr>
          <p:cNvSpPr/>
          <p:nvPr/>
        </p:nvSpPr>
        <p:spPr>
          <a:xfrm rot="5400000">
            <a:off x="22709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5" name="Triangle 114">
            <a:extLst>
              <a:ext uri="{FF2B5EF4-FFF2-40B4-BE49-F238E27FC236}">
                <a16:creationId xmlns:a16="http://schemas.microsoft.com/office/drawing/2014/main" id="{85173528-8121-574A-ABFA-9D998D26F863}"/>
              </a:ext>
            </a:extLst>
          </p:cNvPr>
          <p:cNvSpPr/>
          <p:nvPr/>
        </p:nvSpPr>
        <p:spPr>
          <a:xfrm rot="5400000">
            <a:off x="24233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6" name="Triangle 115">
            <a:extLst>
              <a:ext uri="{FF2B5EF4-FFF2-40B4-BE49-F238E27FC236}">
                <a16:creationId xmlns:a16="http://schemas.microsoft.com/office/drawing/2014/main" id="{AD2A9C4D-F468-0C47-9259-9581245BE16C}"/>
              </a:ext>
            </a:extLst>
          </p:cNvPr>
          <p:cNvSpPr/>
          <p:nvPr/>
        </p:nvSpPr>
        <p:spPr>
          <a:xfrm rot="16200000">
            <a:off x="3013580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7" name="Triangle 116">
            <a:extLst>
              <a:ext uri="{FF2B5EF4-FFF2-40B4-BE49-F238E27FC236}">
                <a16:creationId xmlns:a16="http://schemas.microsoft.com/office/drawing/2014/main" id="{B776A415-2BE2-8549-9C0E-58575683D1A1}"/>
              </a:ext>
            </a:extLst>
          </p:cNvPr>
          <p:cNvSpPr/>
          <p:nvPr/>
        </p:nvSpPr>
        <p:spPr>
          <a:xfrm rot="16200000">
            <a:off x="3124705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57A7F2-A684-5F4A-B2E4-9A42794EA5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3707" y="9328464"/>
            <a:ext cx="2460085" cy="325332"/>
          </a:xfrm>
          <a:prstGeom prst="rect">
            <a:avLst/>
          </a:prstGeom>
        </p:spPr>
      </p:pic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3A26DC8-AD9C-C744-BB69-7E4D6B34381B}"/>
              </a:ext>
            </a:extLst>
          </p:cNvPr>
          <p:cNvCxnSpPr>
            <a:cxnSpLocks/>
          </p:cNvCxnSpPr>
          <p:nvPr/>
        </p:nvCxnSpPr>
        <p:spPr>
          <a:xfrm>
            <a:off x="4140520" y="7344582"/>
            <a:ext cx="33660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72E4086-472E-4548-ACFF-23504A11891E}"/>
              </a:ext>
            </a:extLst>
          </p:cNvPr>
          <p:cNvCxnSpPr>
            <a:cxnSpLocks/>
          </p:cNvCxnSpPr>
          <p:nvPr/>
        </p:nvCxnSpPr>
        <p:spPr>
          <a:xfrm>
            <a:off x="4608807" y="7344582"/>
            <a:ext cx="1561658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1B3CFEC-C0FD-7F46-BDBC-8B26BAF1EEA2}"/>
              </a:ext>
            </a:extLst>
          </p:cNvPr>
          <p:cNvSpPr/>
          <p:nvPr/>
        </p:nvSpPr>
        <p:spPr>
          <a:xfrm>
            <a:off x="4143944" y="7280998"/>
            <a:ext cx="216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5530BC6-7BA4-0440-872F-A8C1CBD7CDB5}"/>
              </a:ext>
            </a:extLst>
          </p:cNvPr>
          <p:cNvSpPr/>
          <p:nvPr/>
        </p:nvSpPr>
        <p:spPr>
          <a:xfrm>
            <a:off x="4661346" y="7280998"/>
            <a:ext cx="68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1A0F5A-ABE7-BE47-AEB3-C92398568823}"/>
              </a:ext>
            </a:extLst>
          </p:cNvPr>
          <p:cNvSpPr/>
          <p:nvPr/>
        </p:nvSpPr>
        <p:spPr>
          <a:xfrm>
            <a:off x="4845899" y="7280998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0EE4863-B5E7-B346-AA1E-957B65E773E6}"/>
              </a:ext>
            </a:extLst>
          </p:cNvPr>
          <p:cNvSpPr/>
          <p:nvPr/>
        </p:nvSpPr>
        <p:spPr>
          <a:xfrm>
            <a:off x="5317425" y="7590893"/>
            <a:ext cx="428155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2BDA16B-5025-624A-A89E-A6DEA465E05E}"/>
              </a:ext>
            </a:extLst>
          </p:cNvPr>
          <p:cNvSpPr/>
          <p:nvPr/>
        </p:nvSpPr>
        <p:spPr>
          <a:xfrm>
            <a:off x="5896628" y="7280998"/>
            <a:ext cx="144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3" name="Triangle 132">
            <a:extLst>
              <a:ext uri="{FF2B5EF4-FFF2-40B4-BE49-F238E27FC236}">
                <a16:creationId xmlns:a16="http://schemas.microsoft.com/office/drawing/2014/main" id="{BFB7D3B5-8EA9-C349-824A-303C83AFB0D9}"/>
              </a:ext>
            </a:extLst>
          </p:cNvPr>
          <p:cNvSpPr/>
          <p:nvPr/>
        </p:nvSpPr>
        <p:spPr>
          <a:xfrm rot="5400000">
            <a:off x="4179419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4" name="Triangle 133">
            <a:extLst>
              <a:ext uri="{FF2B5EF4-FFF2-40B4-BE49-F238E27FC236}">
                <a16:creationId xmlns:a16="http://schemas.microsoft.com/office/drawing/2014/main" id="{0EC9CBBC-8732-C44C-BA65-32C0CD1B5094}"/>
              </a:ext>
            </a:extLst>
          </p:cNvPr>
          <p:cNvSpPr/>
          <p:nvPr/>
        </p:nvSpPr>
        <p:spPr>
          <a:xfrm rot="5400000">
            <a:off x="4331819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5" name="Triangle 134">
            <a:extLst>
              <a:ext uri="{FF2B5EF4-FFF2-40B4-BE49-F238E27FC236}">
                <a16:creationId xmlns:a16="http://schemas.microsoft.com/office/drawing/2014/main" id="{84808659-E226-C140-B1C5-E6CA4C9F0520}"/>
              </a:ext>
            </a:extLst>
          </p:cNvPr>
          <p:cNvSpPr/>
          <p:nvPr/>
        </p:nvSpPr>
        <p:spPr>
          <a:xfrm rot="5400000">
            <a:off x="46648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6" name="Triangle 135">
            <a:extLst>
              <a:ext uri="{FF2B5EF4-FFF2-40B4-BE49-F238E27FC236}">
                <a16:creationId xmlns:a16="http://schemas.microsoft.com/office/drawing/2014/main" id="{FA34E034-034A-D849-8B84-A17724D1A161}"/>
              </a:ext>
            </a:extLst>
          </p:cNvPr>
          <p:cNvSpPr/>
          <p:nvPr/>
        </p:nvSpPr>
        <p:spPr>
          <a:xfrm rot="5400000">
            <a:off x="48172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7" name="Triangle 136">
            <a:extLst>
              <a:ext uri="{FF2B5EF4-FFF2-40B4-BE49-F238E27FC236}">
                <a16:creationId xmlns:a16="http://schemas.microsoft.com/office/drawing/2014/main" id="{D11FF29E-595E-3346-A43D-48AAA25B5647}"/>
              </a:ext>
            </a:extLst>
          </p:cNvPr>
          <p:cNvSpPr/>
          <p:nvPr/>
        </p:nvSpPr>
        <p:spPr>
          <a:xfrm rot="5400000">
            <a:off x="49696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8" name="Triangle 137">
            <a:extLst>
              <a:ext uri="{FF2B5EF4-FFF2-40B4-BE49-F238E27FC236}">
                <a16:creationId xmlns:a16="http://schemas.microsoft.com/office/drawing/2014/main" id="{C54DFBF6-065C-1844-9FAD-CCDEB2B02CBE}"/>
              </a:ext>
            </a:extLst>
          </p:cNvPr>
          <p:cNvSpPr/>
          <p:nvPr/>
        </p:nvSpPr>
        <p:spPr>
          <a:xfrm rot="5400000">
            <a:off x="51220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9" name="Triangle 138">
            <a:extLst>
              <a:ext uri="{FF2B5EF4-FFF2-40B4-BE49-F238E27FC236}">
                <a16:creationId xmlns:a16="http://schemas.microsoft.com/office/drawing/2014/main" id="{2111B620-5361-A54D-BB44-83022D855B35}"/>
              </a:ext>
            </a:extLst>
          </p:cNvPr>
          <p:cNvSpPr/>
          <p:nvPr/>
        </p:nvSpPr>
        <p:spPr>
          <a:xfrm rot="5400000">
            <a:off x="52744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0" name="Triangle 139">
            <a:extLst>
              <a:ext uri="{FF2B5EF4-FFF2-40B4-BE49-F238E27FC236}">
                <a16:creationId xmlns:a16="http://schemas.microsoft.com/office/drawing/2014/main" id="{FF57E695-362E-EF41-A105-BC8C447AC5D6}"/>
              </a:ext>
            </a:extLst>
          </p:cNvPr>
          <p:cNvSpPr/>
          <p:nvPr/>
        </p:nvSpPr>
        <p:spPr>
          <a:xfrm rot="5400000">
            <a:off x="54268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2" name="Triangle 141">
            <a:extLst>
              <a:ext uri="{FF2B5EF4-FFF2-40B4-BE49-F238E27FC236}">
                <a16:creationId xmlns:a16="http://schemas.microsoft.com/office/drawing/2014/main" id="{5FF53ABB-37DE-A543-84F8-D1215EE09769}"/>
              </a:ext>
            </a:extLst>
          </p:cNvPr>
          <p:cNvSpPr/>
          <p:nvPr/>
        </p:nvSpPr>
        <p:spPr>
          <a:xfrm rot="5400000">
            <a:off x="55792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3" name="Triangle 142">
            <a:extLst>
              <a:ext uri="{FF2B5EF4-FFF2-40B4-BE49-F238E27FC236}">
                <a16:creationId xmlns:a16="http://schemas.microsoft.com/office/drawing/2014/main" id="{700847D2-D26C-9A47-A6DF-806FF3405572}"/>
              </a:ext>
            </a:extLst>
          </p:cNvPr>
          <p:cNvSpPr/>
          <p:nvPr/>
        </p:nvSpPr>
        <p:spPr>
          <a:xfrm rot="5400000">
            <a:off x="57316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4" name="Triangle 143">
            <a:extLst>
              <a:ext uri="{FF2B5EF4-FFF2-40B4-BE49-F238E27FC236}">
                <a16:creationId xmlns:a16="http://schemas.microsoft.com/office/drawing/2014/main" id="{54C9CC97-402E-B14E-B0D5-01A31D748979}"/>
              </a:ext>
            </a:extLst>
          </p:cNvPr>
          <p:cNvSpPr/>
          <p:nvPr/>
        </p:nvSpPr>
        <p:spPr>
          <a:xfrm rot="5400000">
            <a:off x="58840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7" name="Triangle 146">
            <a:extLst>
              <a:ext uri="{FF2B5EF4-FFF2-40B4-BE49-F238E27FC236}">
                <a16:creationId xmlns:a16="http://schemas.microsoft.com/office/drawing/2014/main" id="{F1FC33EB-C2B6-8449-814E-D0CD63F1A70D}"/>
              </a:ext>
            </a:extLst>
          </p:cNvPr>
          <p:cNvSpPr/>
          <p:nvPr/>
        </p:nvSpPr>
        <p:spPr>
          <a:xfrm rot="5400000">
            <a:off x="60364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8" name="Triangle 147">
            <a:extLst>
              <a:ext uri="{FF2B5EF4-FFF2-40B4-BE49-F238E27FC236}">
                <a16:creationId xmlns:a16="http://schemas.microsoft.com/office/drawing/2014/main" id="{2778E8F1-F860-E544-A51C-874DEB2D45B8}"/>
              </a:ext>
            </a:extLst>
          </p:cNvPr>
          <p:cNvSpPr/>
          <p:nvPr/>
        </p:nvSpPr>
        <p:spPr>
          <a:xfrm rot="5400000">
            <a:off x="5347886" y="7631618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0" name="Triangle 149">
            <a:extLst>
              <a:ext uri="{FF2B5EF4-FFF2-40B4-BE49-F238E27FC236}">
                <a16:creationId xmlns:a16="http://schemas.microsoft.com/office/drawing/2014/main" id="{565D5534-FA90-9943-9E4E-1319A1E25BED}"/>
              </a:ext>
            </a:extLst>
          </p:cNvPr>
          <p:cNvSpPr/>
          <p:nvPr/>
        </p:nvSpPr>
        <p:spPr>
          <a:xfrm rot="5400000">
            <a:off x="5500286" y="7631618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1" name="Triangle 150">
            <a:extLst>
              <a:ext uri="{FF2B5EF4-FFF2-40B4-BE49-F238E27FC236}">
                <a16:creationId xmlns:a16="http://schemas.microsoft.com/office/drawing/2014/main" id="{4F1B493C-4F68-714F-93C2-166DCA2B78EA}"/>
              </a:ext>
            </a:extLst>
          </p:cNvPr>
          <p:cNvSpPr/>
          <p:nvPr/>
        </p:nvSpPr>
        <p:spPr>
          <a:xfrm rot="5400000">
            <a:off x="5652686" y="7631618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A9550AF-08CF-C544-BEFE-27F71C3C443B}"/>
              </a:ext>
            </a:extLst>
          </p:cNvPr>
          <p:cNvSpPr/>
          <p:nvPr/>
        </p:nvSpPr>
        <p:spPr>
          <a:xfrm>
            <a:off x="5335586" y="3968136"/>
            <a:ext cx="235478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3" name="Triangle 152">
            <a:extLst>
              <a:ext uri="{FF2B5EF4-FFF2-40B4-BE49-F238E27FC236}">
                <a16:creationId xmlns:a16="http://schemas.microsoft.com/office/drawing/2014/main" id="{1D6E05C0-1983-0A4D-AEE6-2B1F310F6E75}"/>
              </a:ext>
            </a:extLst>
          </p:cNvPr>
          <p:cNvSpPr/>
          <p:nvPr/>
        </p:nvSpPr>
        <p:spPr>
          <a:xfrm rot="5400000">
            <a:off x="5352086" y="400886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4" name="Triangle 153">
            <a:extLst>
              <a:ext uri="{FF2B5EF4-FFF2-40B4-BE49-F238E27FC236}">
                <a16:creationId xmlns:a16="http://schemas.microsoft.com/office/drawing/2014/main" id="{DC83C440-E648-FD4C-93AF-3127CCFBDD5A}"/>
              </a:ext>
            </a:extLst>
          </p:cNvPr>
          <p:cNvSpPr/>
          <p:nvPr/>
        </p:nvSpPr>
        <p:spPr>
          <a:xfrm rot="5400000">
            <a:off x="5504486" y="400886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E1A07C0-16C9-3546-B031-F6790E07BF2E}"/>
              </a:ext>
            </a:extLst>
          </p:cNvPr>
          <p:cNvSpPr/>
          <p:nvPr/>
        </p:nvSpPr>
        <p:spPr>
          <a:xfrm>
            <a:off x="6054252" y="3968136"/>
            <a:ext cx="137462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7" name="Triangle 156">
            <a:extLst>
              <a:ext uri="{FF2B5EF4-FFF2-40B4-BE49-F238E27FC236}">
                <a16:creationId xmlns:a16="http://schemas.microsoft.com/office/drawing/2014/main" id="{165A6BDB-F00C-6D4D-9001-41FB0DFF5A74}"/>
              </a:ext>
            </a:extLst>
          </p:cNvPr>
          <p:cNvSpPr/>
          <p:nvPr/>
        </p:nvSpPr>
        <p:spPr>
          <a:xfrm rot="5400000">
            <a:off x="6084712" y="400886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373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B49EDE-853D-7140-A312-9FBE14D2DAA2}"/>
              </a:ext>
            </a:extLst>
          </p:cNvPr>
          <p:cNvSpPr/>
          <p:nvPr/>
        </p:nvSpPr>
        <p:spPr>
          <a:xfrm>
            <a:off x="18923" y="-18528"/>
            <a:ext cx="6858000" cy="99245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6CD67A0-00EB-6649-9A98-C24E37A511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14"/>
          <a:stretch/>
        </p:blipFill>
        <p:spPr>
          <a:xfrm>
            <a:off x="3537739" y="157032"/>
            <a:ext cx="3237594" cy="33911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1BC0C07-D333-DF41-BDDB-985715FA1D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05" t="4731" r="20619" b="20224"/>
          <a:stretch/>
        </p:blipFill>
        <p:spPr>
          <a:xfrm>
            <a:off x="3803022" y="6545840"/>
            <a:ext cx="3079210" cy="20938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64F67D-EC66-0843-A35B-61B9559A8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85" y="-864"/>
            <a:ext cx="3292538" cy="35669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243089-A878-6647-85E9-E1FF24F7110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495" r="20148" b="18519"/>
          <a:stretch/>
        </p:blipFill>
        <p:spPr>
          <a:xfrm>
            <a:off x="3904871" y="3479417"/>
            <a:ext cx="2934206" cy="21727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0A822B-BB37-3045-95B9-52B4A030B0DF}"/>
              </a:ext>
            </a:extLst>
          </p:cNvPr>
          <p:cNvSpPr txBox="1"/>
          <p:nvPr/>
        </p:nvSpPr>
        <p:spPr>
          <a:xfrm>
            <a:off x="981421" y="169070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18E518-C87E-E84C-A77B-FF4833AAD24E}"/>
              </a:ext>
            </a:extLst>
          </p:cNvPr>
          <p:cNvSpPr txBox="1"/>
          <p:nvPr/>
        </p:nvSpPr>
        <p:spPr>
          <a:xfrm>
            <a:off x="1278228" y="2271100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2756CC-4512-8047-8E03-7AD164126A50}"/>
              </a:ext>
            </a:extLst>
          </p:cNvPr>
          <p:cNvCxnSpPr>
            <a:cxnSpLocks/>
          </p:cNvCxnSpPr>
          <p:nvPr/>
        </p:nvCxnSpPr>
        <p:spPr>
          <a:xfrm>
            <a:off x="2028660" y="2548099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C2855AD-4642-2943-9570-E824ADEBC32D}"/>
              </a:ext>
            </a:extLst>
          </p:cNvPr>
          <p:cNvCxnSpPr>
            <a:cxnSpLocks/>
          </p:cNvCxnSpPr>
          <p:nvPr/>
        </p:nvCxnSpPr>
        <p:spPr>
          <a:xfrm>
            <a:off x="1763482" y="390343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B0C994C-C32B-8946-AA8D-549C236F9322}"/>
              </a:ext>
            </a:extLst>
          </p:cNvPr>
          <p:cNvSpPr txBox="1"/>
          <p:nvPr/>
        </p:nvSpPr>
        <p:spPr>
          <a:xfrm>
            <a:off x="-24821" y="135886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819B47-FF5F-944B-ADA4-2011C33DA651}"/>
              </a:ext>
            </a:extLst>
          </p:cNvPr>
          <p:cNvSpPr txBox="1"/>
          <p:nvPr/>
        </p:nvSpPr>
        <p:spPr>
          <a:xfrm>
            <a:off x="3462976" y="3499865"/>
            <a:ext cx="325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E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89C2C3-76DF-4549-BEEE-61707ED8C086}"/>
              </a:ext>
            </a:extLst>
          </p:cNvPr>
          <p:cNvSpPr txBox="1"/>
          <p:nvPr/>
        </p:nvSpPr>
        <p:spPr>
          <a:xfrm>
            <a:off x="3462976" y="6468300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F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933F0D-AD77-F846-BE8F-6AA4AA6CD7C2}"/>
              </a:ext>
            </a:extLst>
          </p:cNvPr>
          <p:cNvSpPr txBox="1"/>
          <p:nvPr/>
        </p:nvSpPr>
        <p:spPr>
          <a:xfrm>
            <a:off x="6900936" y="490604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3E297B5-CD1E-1143-8C3A-0CC48167F587}"/>
              </a:ext>
            </a:extLst>
          </p:cNvPr>
          <p:cNvSpPr txBox="1"/>
          <p:nvPr/>
        </p:nvSpPr>
        <p:spPr>
          <a:xfrm>
            <a:off x="-2333135" y="-71749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2321AC5-A212-A043-A6FB-CCEB909930A5}"/>
              </a:ext>
            </a:extLst>
          </p:cNvPr>
          <p:cNvSpPr txBox="1"/>
          <p:nvPr/>
        </p:nvSpPr>
        <p:spPr>
          <a:xfrm rot="16200000">
            <a:off x="3433982" y="449681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BC3818E-DFDD-CC48-9018-E4424E488A88}"/>
              </a:ext>
            </a:extLst>
          </p:cNvPr>
          <p:cNvSpPr txBox="1"/>
          <p:nvPr/>
        </p:nvSpPr>
        <p:spPr>
          <a:xfrm rot="16200000">
            <a:off x="3317794" y="7605278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D0E88367-616F-D94F-BDE8-1163D68FF9C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4329456" y="3690684"/>
            <a:ext cx="559997" cy="805212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8AB13059-626C-2E45-B91F-02BDCA0E9666}"/>
              </a:ext>
            </a:extLst>
          </p:cNvPr>
          <p:cNvSpPr txBox="1"/>
          <p:nvPr/>
        </p:nvSpPr>
        <p:spPr>
          <a:xfrm>
            <a:off x="4965356" y="5925523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TraesCS7A02G115400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EF10CFA-E3DA-0940-93FE-46FC2E7445F7}"/>
              </a:ext>
            </a:extLst>
          </p:cNvPr>
          <p:cNvSpPr txBox="1"/>
          <p:nvPr/>
        </p:nvSpPr>
        <p:spPr>
          <a:xfrm>
            <a:off x="4287900" y="5744618"/>
            <a:ext cx="495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DBAC676-5804-C746-A916-751314F7ED86}"/>
              </a:ext>
            </a:extLst>
          </p:cNvPr>
          <p:cNvSpPr txBox="1"/>
          <p:nvPr/>
        </p:nvSpPr>
        <p:spPr>
          <a:xfrm>
            <a:off x="4194514" y="6180284"/>
            <a:ext cx="682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9A6E8FF-EE0A-564F-8163-22DDB48984C1}"/>
              </a:ext>
            </a:extLst>
          </p:cNvPr>
          <p:cNvSpPr/>
          <p:nvPr/>
        </p:nvSpPr>
        <p:spPr>
          <a:xfrm>
            <a:off x="5043811" y="6234989"/>
            <a:ext cx="1580856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6" name="Triangle 165">
            <a:extLst>
              <a:ext uri="{FF2B5EF4-FFF2-40B4-BE49-F238E27FC236}">
                <a16:creationId xmlns:a16="http://schemas.microsoft.com/office/drawing/2014/main" id="{A7280BD7-5E0A-434D-AD4D-B4F9E18BB293}"/>
              </a:ext>
            </a:extLst>
          </p:cNvPr>
          <p:cNvSpPr/>
          <p:nvPr/>
        </p:nvSpPr>
        <p:spPr>
          <a:xfrm rot="5400000">
            <a:off x="5121553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8" name="Triangle 167">
            <a:extLst>
              <a:ext uri="{FF2B5EF4-FFF2-40B4-BE49-F238E27FC236}">
                <a16:creationId xmlns:a16="http://schemas.microsoft.com/office/drawing/2014/main" id="{191BA028-3B14-C442-8289-407366C6472E}"/>
              </a:ext>
            </a:extLst>
          </p:cNvPr>
          <p:cNvSpPr/>
          <p:nvPr/>
        </p:nvSpPr>
        <p:spPr>
          <a:xfrm rot="5400000">
            <a:off x="5969749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F25D550-09F6-1A4F-8D0A-88DE23E0412C}"/>
              </a:ext>
            </a:extLst>
          </p:cNvPr>
          <p:cNvSpPr txBox="1"/>
          <p:nvPr/>
        </p:nvSpPr>
        <p:spPr>
          <a:xfrm>
            <a:off x="4578549" y="8439278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4,000 bp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49D6D43B-3C30-9949-AFC9-D45969F90077}"/>
              </a:ext>
            </a:extLst>
          </p:cNvPr>
          <p:cNvCxnSpPr>
            <a:cxnSpLocks/>
          </p:cNvCxnSpPr>
          <p:nvPr/>
        </p:nvCxnSpPr>
        <p:spPr>
          <a:xfrm>
            <a:off x="4267236" y="8646174"/>
            <a:ext cx="2464447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8" name="Picture 227">
            <a:extLst>
              <a:ext uri="{FF2B5EF4-FFF2-40B4-BE49-F238E27FC236}">
                <a16:creationId xmlns:a16="http://schemas.microsoft.com/office/drawing/2014/main" id="{A1728A22-0769-F243-B675-E0976C8C7E5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4182851" y="6616622"/>
            <a:ext cx="559997" cy="805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B7C92A-1ECC-C147-B15F-70A06DC29B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556471" y="9368291"/>
            <a:ext cx="2517083" cy="2862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7A7F2-A684-5F4A-B2E4-9A42794EA5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27283" y="8431558"/>
            <a:ext cx="2460085" cy="3253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100257-3172-B845-AE3E-17627DFF99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689211" y="8004734"/>
            <a:ext cx="2369130" cy="297217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94B3FCEA-88E9-874B-A519-2DC4FCDAFFA3}"/>
              </a:ext>
            </a:extLst>
          </p:cNvPr>
          <p:cNvSpPr txBox="1"/>
          <p:nvPr/>
        </p:nvSpPr>
        <p:spPr>
          <a:xfrm>
            <a:off x="4576112" y="5412540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3,000 bp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4044E7E-EF8F-5741-A5E3-1073DB17C750}"/>
              </a:ext>
            </a:extLst>
          </p:cNvPr>
          <p:cNvCxnSpPr>
            <a:cxnSpLocks/>
          </p:cNvCxnSpPr>
          <p:nvPr/>
        </p:nvCxnSpPr>
        <p:spPr>
          <a:xfrm>
            <a:off x="4255537" y="5601030"/>
            <a:ext cx="236913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3D92C40-DF07-8146-B64D-83E8E4736FF9}"/>
              </a:ext>
            </a:extLst>
          </p:cNvPr>
          <p:cNvCxnSpPr>
            <a:cxnSpLocks/>
          </p:cNvCxnSpPr>
          <p:nvPr/>
        </p:nvCxnSpPr>
        <p:spPr>
          <a:xfrm>
            <a:off x="5067192" y="5852340"/>
            <a:ext cx="748474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BB715F7-90BF-5F47-BA04-B17B850F5C3F}"/>
              </a:ext>
            </a:extLst>
          </p:cNvPr>
          <p:cNvSpPr/>
          <p:nvPr/>
        </p:nvSpPr>
        <p:spPr>
          <a:xfrm>
            <a:off x="5049941" y="5788756"/>
            <a:ext cx="149521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3C9E721-79BF-F242-87E6-D25D7E318E77}"/>
              </a:ext>
            </a:extLst>
          </p:cNvPr>
          <p:cNvSpPr/>
          <p:nvPr/>
        </p:nvSpPr>
        <p:spPr>
          <a:xfrm>
            <a:off x="5519143" y="5788756"/>
            <a:ext cx="45719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43055B8-B091-1B4A-B9CD-0308D8504610}"/>
              </a:ext>
            </a:extLst>
          </p:cNvPr>
          <p:cNvSpPr/>
          <p:nvPr/>
        </p:nvSpPr>
        <p:spPr>
          <a:xfrm>
            <a:off x="5645988" y="5788756"/>
            <a:ext cx="196209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5" name="Triangle 154">
            <a:extLst>
              <a:ext uri="{FF2B5EF4-FFF2-40B4-BE49-F238E27FC236}">
                <a16:creationId xmlns:a16="http://schemas.microsoft.com/office/drawing/2014/main" id="{61A38051-6C82-2741-BC46-380B6BDE7F1A}"/>
              </a:ext>
            </a:extLst>
          </p:cNvPr>
          <p:cNvSpPr/>
          <p:nvPr/>
        </p:nvSpPr>
        <p:spPr>
          <a:xfrm rot="5400000">
            <a:off x="5102728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8" name="Triangle 157">
            <a:extLst>
              <a:ext uri="{FF2B5EF4-FFF2-40B4-BE49-F238E27FC236}">
                <a16:creationId xmlns:a16="http://schemas.microsoft.com/office/drawing/2014/main" id="{836C6BFD-A872-FA46-A3C3-61620C4A484D}"/>
              </a:ext>
            </a:extLst>
          </p:cNvPr>
          <p:cNvSpPr/>
          <p:nvPr/>
        </p:nvSpPr>
        <p:spPr>
          <a:xfrm rot="5400000">
            <a:off x="5255128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9" name="Triangle 158">
            <a:extLst>
              <a:ext uri="{FF2B5EF4-FFF2-40B4-BE49-F238E27FC236}">
                <a16:creationId xmlns:a16="http://schemas.microsoft.com/office/drawing/2014/main" id="{4D52F8AE-69C9-E947-AFD4-507E8B24FB64}"/>
              </a:ext>
            </a:extLst>
          </p:cNvPr>
          <p:cNvSpPr/>
          <p:nvPr/>
        </p:nvSpPr>
        <p:spPr>
          <a:xfrm rot="5400000">
            <a:off x="54085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2" name="Triangle 171">
            <a:extLst>
              <a:ext uri="{FF2B5EF4-FFF2-40B4-BE49-F238E27FC236}">
                <a16:creationId xmlns:a16="http://schemas.microsoft.com/office/drawing/2014/main" id="{88227B02-0200-D548-BAFD-A900320BCCCE}"/>
              </a:ext>
            </a:extLst>
          </p:cNvPr>
          <p:cNvSpPr/>
          <p:nvPr/>
        </p:nvSpPr>
        <p:spPr>
          <a:xfrm rot="5400000">
            <a:off x="55609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4" name="Triangle 173">
            <a:extLst>
              <a:ext uri="{FF2B5EF4-FFF2-40B4-BE49-F238E27FC236}">
                <a16:creationId xmlns:a16="http://schemas.microsoft.com/office/drawing/2014/main" id="{B8CC845A-E33C-DF4D-B455-5303EDFD8BE7}"/>
              </a:ext>
            </a:extLst>
          </p:cNvPr>
          <p:cNvSpPr/>
          <p:nvPr/>
        </p:nvSpPr>
        <p:spPr>
          <a:xfrm rot="5400000">
            <a:off x="57133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5" name="Triangle 174">
            <a:extLst>
              <a:ext uri="{FF2B5EF4-FFF2-40B4-BE49-F238E27FC236}">
                <a16:creationId xmlns:a16="http://schemas.microsoft.com/office/drawing/2014/main" id="{88B63CBA-56C6-8243-B8BB-165277EA0E3F}"/>
              </a:ext>
            </a:extLst>
          </p:cNvPr>
          <p:cNvSpPr/>
          <p:nvPr/>
        </p:nvSpPr>
        <p:spPr>
          <a:xfrm rot="5400000">
            <a:off x="5545651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6" name="Triangle 175">
            <a:extLst>
              <a:ext uri="{FF2B5EF4-FFF2-40B4-BE49-F238E27FC236}">
                <a16:creationId xmlns:a16="http://schemas.microsoft.com/office/drawing/2014/main" id="{E3923926-E92B-C842-B348-9BCAFF01E74E}"/>
              </a:ext>
            </a:extLst>
          </p:cNvPr>
          <p:cNvSpPr/>
          <p:nvPr/>
        </p:nvSpPr>
        <p:spPr>
          <a:xfrm rot="5400000">
            <a:off x="6393847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0BFE4FEC-1918-8748-8DF3-1AE22B8C139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444" r="20808" b="18178"/>
          <a:stretch/>
        </p:blipFill>
        <p:spPr>
          <a:xfrm>
            <a:off x="262376" y="6444472"/>
            <a:ext cx="3063857" cy="2266200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C53F9C1B-6549-1142-86C7-E67A5E8D0B7D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77" t="5223" r="21174" b="17352"/>
          <a:stretch/>
        </p:blipFill>
        <p:spPr>
          <a:xfrm>
            <a:off x="233333" y="3488261"/>
            <a:ext cx="3124889" cy="2223230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A06E3A0A-CF2D-8444-8C8C-B54314E94792}"/>
              </a:ext>
            </a:extLst>
          </p:cNvPr>
          <p:cNvSpPr txBox="1"/>
          <p:nvPr/>
        </p:nvSpPr>
        <p:spPr>
          <a:xfrm>
            <a:off x="-24019" y="3499865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9E467A0-EB0E-7448-970B-6FC44C35761F}"/>
              </a:ext>
            </a:extLst>
          </p:cNvPr>
          <p:cNvSpPr txBox="1"/>
          <p:nvPr/>
        </p:nvSpPr>
        <p:spPr>
          <a:xfrm>
            <a:off x="-24019" y="6468300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0F44935-C604-4F4F-9687-57AA213343B2}"/>
              </a:ext>
            </a:extLst>
          </p:cNvPr>
          <p:cNvSpPr txBox="1"/>
          <p:nvPr/>
        </p:nvSpPr>
        <p:spPr>
          <a:xfrm rot="16200000">
            <a:off x="-145296" y="4475262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B5226D2-75D3-AA4B-AD8F-BC07B19EADEF}"/>
              </a:ext>
            </a:extLst>
          </p:cNvPr>
          <p:cNvSpPr txBox="1"/>
          <p:nvPr/>
        </p:nvSpPr>
        <p:spPr>
          <a:xfrm rot="16200000">
            <a:off x="-116940" y="758212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98" name="Triangle 197">
            <a:extLst>
              <a:ext uri="{FF2B5EF4-FFF2-40B4-BE49-F238E27FC236}">
                <a16:creationId xmlns:a16="http://schemas.microsoft.com/office/drawing/2014/main" id="{3DB10062-5662-CF4A-9B81-D6B9B0EA6AF7}"/>
              </a:ext>
            </a:extLst>
          </p:cNvPr>
          <p:cNvSpPr/>
          <p:nvPr/>
        </p:nvSpPr>
        <p:spPr>
          <a:xfrm rot="16200000">
            <a:off x="3108216" y="581980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F4738B4-AA49-8243-A1C8-22C272CB9054}"/>
              </a:ext>
            </a:extLst>
          </p:cNvPr>
          <p:cNvSpPr txBox="1"/>
          <p:nvPr/>
        </p:nvSpPr>
        <p:spPr>
          <a:xfrm>
            <a:off x="2622168" y="5907267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TraesCS4D02G145500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CC06CCA0-FD66-844E-A249-3AAA5BEDA05D}"/>
              </a:ext>
            </a:extLst>
          </p:cNvPr>
          <p:cNvSpPr txBox="1"/>
          <p:nvPr/>
        </p:nvSpPr>
        <p:spPr>
          <a:xfrm>
            <a:off x="1214970" y="5907267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399348A-68BA-D24C-945E-6FBC4A29CC2A}"/>
              </a:ext>
            </a:extLst>
          </p:cNvPr>
          <p:cNvSpPr txBox="1"/>
          <p:nvPr/>
        </p:nvSpPr>
        <p:spPr>
          <a:xfrm>
            <a:off x="1115459" y="5518490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3,500 bp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4E2172C-8951-1E48-A42E-3195F11A5FC4}"/>
              </a:ext>
            </a:extLst>
          </p:cNvPr>
          <p:cNvCxnSpPr>
            <a:cxnSpLocks/>
          </p:cNvCxnSpPr>
          <p:nvPr/>
        </p:nvCxnSpPr>
        <p:spPr>
          <a:xfrm>
            <a:off x="764843" y="5711490"/>
            <a:ext cx="25613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62AFE967-3BE3-014D-80BB-41C971ADBF4E}"/>
              </a:ext>
            </a:extLst>
          </p:cNvPr>
          <p:cNvSpPr txBox="1"/>
          <p:nvPr/>
        </p:nvSpPr>
        <p:spPr>
          <a:xfrm>
            <a:off x="697457" y="5759330"/>
            <a:ext cx="461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B6110737-EF3C-4E40-A917-417AD57893AD}"/>
              </a:ext>
            </a:extLst>
          </p:cNvPr>
          <p:cNvSpPr txBox="1"/>
          <p:nvPr/>
        </p:nvSpPr>
        <p:spPr>
          <a:xfrm>
            <a:off x="661479" y="6070476"/>
            <a:ext cx="6354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1B90127-DF55-3A4D-AC43-16E812B1E809}"/>
              </a:ext>
            </a:extLst>
          </p:cNvPr>
          <p:cNvSpPr/>
          <p:nvPr/>
        </p:nvSpPr>
        <p:spPr>
          <a:xfrm>
            <a:off x="1493704" y="6119131"/>
            <a:ext cx="1723191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98FE704F-58D9-4A4F-8A2F-7446D247F28E}"/>
              </a:ext>
            </a:extLst>
          </p:cNvPr>
          <p:cNvSpPr/>
          <p:nvPr/>
        </p:nvSpPr>
        <p:spPr>
          <a:xfrm>
            <a:off x="2439465" y="6256238"/>
            <a:ext cx="797379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0" name="Triangle 209">
            <a:extLst>
              <a:ext uri="{FF2B5EF4-FFF2-40B4-BE49-F238E27FC236}">
                <a16:creationId xmlns:a16="http://schemas.microsoft.com/office/drawing/2014/main" id="{2E2BF043-8C2C-9D4D-B52E-C54D7A3352E7}"/>
              </a:ext>
            </a:extLst>
          </p:cNvPr>
          <p:cNvSpPr/>
          <p:nvPr/>
        </p:nvSpPr>
        <p:spPr>
          <a:xfrm rot="5400000">
            <a:off x="1546391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1" name="Triangle 210">
            <a:extLst>
              <a:ext uri="{FF2B5EF4-FFF2-40B4-BE49-F238E27FC236}">
                <a16:creationId xmlns:a16="http://schemas.microsoft.com/office/drawing/2014/main" id="{EF683FC6-F088-3248-8443-E5A16910B6CB}"/>
              </a:ext>
            </a:extLst>
          </p:cNvPr>
          <p:cNvSpPr/>
          <p:nvPr/>
        </p:nvSpPr>
        <p:spPr>
          <a:xfrm rot="5400000">
            <a:off x="206013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2" name="Triangle 211">
            <a:extLst>
              <a:ext uri="{FF2B5EF4-FFF2-40B4-BE49-F238E27FC236}">
                <a16:creationId xmlns:a16="http://schemas.microsoft.com/office/drawing/2014/main" id="{D57F2047-3015-344D-B2BD-DF8231E88548}"/>
              </a:ext>
            </a:extLst>
          </p:cNvPr>
          <p:cNvSpPr/>
          <p:nvPr/>
        </p:nvSpPr>
        <p:spPr>
          <a:xfrm rot="5400000">
            <a:off x="257387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3" name="Triangle 212">
            <a:extLst>
              <a:ext uri="{FF2B5EF4-FFF2-40B4-BE49-F238E27FC236}">
                <a16:creationId xmlns:a16="http://schemas.microsoft.com/office/drawing/2014/main" id="{7FF9A769-ED01-AB48-A8F6-9C4E4F48BCEC}"/>
              </a:ext>
            </a:extLst>
          </p:cNvPr>
          <p:cNvSpPr/>
          <p:nvPr/>
        </p:nvSpPr>
        <p:spPr>
          <a:xfrm rot="5400000">
            <a:off x="308761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9" name="Triangle 228">
            <a:extLst>
              <a:ext uri="{FF2B5EF4-FFF2-40B4-BE49-F238E27FC236}">
                <a16:creationId xmlns:a16="http://schemas.microsoft.com/office/drawing/2014/main" id="{67D9F9D0-73AA-564A-9130-8DA87CC489DB}"/>
              </a:ext>
            </a:extLst>
          </p:cNvPr>
          <p:cNvSpPr/>
          <p:nvPr/>
        </p:nvSpPr>
        <p:spPr>
          <a:xfrm rot="16200000">
            <a:off x="2504189" y="628329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0" name="Triangle 229">
            <a:extLst>
              <a:ext uri="{FF2B5EF4-FFF2-40B4-BE49-F238E27FC236}">
                <a16:creationId xmlns:a16="http://schemas.microsoft.com/office/drawing/2014/main" id="{73E7B803-D0E1-384A-A0E8-4338628E6C44}"/>
              </a:ext>
            </a:extLst>
          </p:cNvPr>
          <p:cNvSpPr/>
          <p:nvPr/>
        </p:nvSpPr>
        <p:spPr>
          <a:xfrm rot="16200000">
            <a:off x="3037147" y="628329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20C19CE-E137-FD42-80CD-E97453ADEC79}"/>
              </a:ext>
            </a:extLst>
          </p:cNvPr>
          <p:cNvSpPr txBox="1"/>
          <p:nvPr/>
        </p:nvSpPr>
        <p:spPr>
          <a:xfrm>
            <a:off x="1719458" y="8917668"/>
            <a:ext cx="1484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B2CA0D04-BD8D-5145-9D1E-6878D19C12A9}"/>
              </a:ext>
            </a:extLst>
          </p:cNvPr>
          <p:cNvSpPr txBox="1"/>
          <p:nvPr/>
        </p:nvSpPr>
        <p:spPr>
          <a:xfrm>
            <a:off x="1752249" y="8530841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5,000 bp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B11CE706-BBF2-434A-97EB-D2B0171D8DDC}"/>
              </a:ext>
            </a:extLst>
          </p:cNvPr>
          <p:cNvCxnSpPr>
            <a:cxnSpLocks/>
          </p:cNvCxnSpPr>
          <p:nvPr/>
        </p:nvCxnSpPr>
        <p:spPr>
          <a:xfrm>
            <a:off x="671167" y="8723841"/>
            <a:ext cx="2449098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774C0269-7ECC-D247-8392-ECB6FE1D985A}"/>
              </a:ext>
            </a:extLst>
          </p:cNvPr>
          <p:cNvSpPr txBox="1"/>
          <p:nvPr/>
        </p:nvSpPr>
        <p:spPr>
          <a:xfrm>
            <a:off x="1429782" y="9245626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CF355C9D-9CC4-BD40-A820-7C37AD968665}"/>
              </a:ext>
            </a:extLst>
          </p:cNvPr>
          <p:cNvSpPr/>
          <p:nvPr/>
        </p:nvSpPr>
        <p:spPr>
          <a:xfrm>
            <a:off x="1132111" y="9499695"/>
            <a:ext cx="1999245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6" name="Triangle 235">
            <a:extLst>
              <a:ext uri="{FF2B5EF4-FFF2-40B4-BE49-F238E27FC236}">
                <a16:creationId xmlns:a16="http://schemas.microsoft.com/office/drawing/2014/main" id="{9A3A2592-19F8-E541-9A62-2C72C5179D10}"/>
              </a:ext>
            </a:extLst>
          </p:cNvPr>
          <p:cNvSpPr/>
          <p:nvPr/>
        </p:nvSpPr>
        <p:spPr>
          <a:xfrm rot="5400000">
            <a:off x="1635965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7" name="Triangle 236">
            <a:extLst>
              <a:ext uri="{FF2B5EF4-FFF2-40B4-BE49-F238E27FC236}">
                <a16:creationId xmlns:a16="http://schemas.microsoft.com/office/drawing/2014/main" id="{666D3A3A-CCCF-B846-9107-1B4BB2507F2F}"/>
              </a:ext>
            </a:extLst>
          </p:cNvPr>
          <p:cNvSpPr/>
          <p:nvPr/>
        </p:nvSpPr>
        <p:spPr>
          <a:xfrm rot="5400000">
            <a:off x="2078546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8" name="Triangle 237">
            <a:extLst>
              <a:ext uri="{FF2B5EF4-FFF2-40B4-BE49-F238E27FC236}">
                <a16:creationId xmlns:a16="http://schemas.microsoft.com/office/drawing/2014/main" id="{4F80BCF9-8809-6E43-8CA4-39B3E626350B}"/>
              </a:ext>
            </a:extLst>
          </p:cNvPr>
          <p:cNvSpPr/>
          <p:nvPr/>
        </p:nvSpPr>
        <p:spPr>
          <a:xfrm rot="5400000">
            <a:off x="1193383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9" name="Triangle 238">
            <a:extLst>
              <a:ext uri="{FF2B5EF4-FFF2-40B4-BE49-F238E27FC236}">
                <a16:creationId xmlns:a16="http://schemas.microsoft.com/office/drawing/2014/main" id="{497B910D-2B01-1145-9C3C-666131793F43}"/>
              </a:ext>
            </a:extLst>
          </p:cNvPr>
          <p:cNvSpPr/>
          <p:nvPr/>
        </p:nvSpPr>
        <p:spPr>
          <a:xfrm rot="5400000">
            <a:off x="2521127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0" name="Triangle 239">
            <a:extLst>
              <a:ext uri="{FF2B5EF4-FFF2-40B4-BE49-F238E27FC236}">
                <a16:creationId xmlns:a16="http://schemas.microsoft.com/office/drawing/2014/main" id="{2F35834C-552B-734E-AD02-193C3BEC8BFA}"/>
              </a:ext>
            </a:extLst>
          </p:cNvPr>
          <p:cNvSpPr/>
          <p:nvPr/>
        </p:nvSpPr>
        <p:spPr>
          <a:xfrm rot="5400000">
            <a:off x="2963708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EEF36D6-EC62-A74A-9C00-D23D2263154C}"/>
              </a:ext>
            </a:extLst>
          </p:cNvPr>
          <p:cNvSpPr/>
          <p:nvPr/>
        </p:nvSpPr>
        <p:spPr>
          <a:xfrm>
            <a:off x="666782" y="9635324"/>
            <a:ext cx="47916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2" name="Triangle 241">
            <a:extLst>
              <a:ext uri="{FF2B5EF4-FFF2-40B4-BE49-F238E27FC236}">
                <a16:creationId xmlns:a16="http://schemas.microsoft.com/office/drawing/2014/main" id="{3D6A3D2F-A68F-EF48-B5CC-210A435918EA}"/>
              </a:ext>
            </a:extLst>
          </p:cNvPr>
          <p:cNvSpPr/>
          <p:nvPr/>
        </p:nvSpPr>
        <p:spPr>
          <a:xfrm rot="5400000">
            <a:off x="979590" y="9661524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3" name="Triangle 242">
            <a:extLst>
              <a:ext uri="{FF2B5EF4-FFF2-40B4-BE49-F238E27FC236}">
                <a16:creationId xmlns:a16="http://schemas.microsoft.com/office/drawing/2014/main" id="{EA87CED6-0E3A-8249-9379-A4E2E4316AD6}"/>
              </a:ext>
            </a:extLst>
          </p:cNvPr>
          <p:cNvSpPr/>
          <p:nvPr/>
        </p:nvSpPr>
        <p:spPr>
          <a:xfrm rot="5400000">
            <a:off x="758299" y="9661524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F6D398E0-BFD7-D54E-97BA-02E4E8236A01}"/>
              </a:ext>
            </a:extLst>
          </p:cNvPr>
          <p:cNvSpPr/>
          <p:nvPr/>
        </p:nvSpPr>
        <p:spPr>
          <a:xfrm>
            <a:off x="1854560" y="9635324"/>
            <a:ext cx="91142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5" name="Triangle 244">
            <a:extLst>
              <a:ext uri="{FF2B5EF4-FFF2-40B4-BE49-F238E27FC236}">
                <a16:creationId xmlns:a16="http://schemas.microsoft.com/office/drawing/2014/main" id="{B20D09A1-A373-714B-A856-2097FFBA237B}"/>
              </a:ext>
            </a:extLst>
          </p:cNvPr>
          <p:cNvSpPr/>
          <p:nvPr/>
        </p:nvSpPr>
        <p:spPr>
          <a:xfrm rot="5400000">
            <a:off x="1903827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6" name="Triangle 245">
            <a:extLst>
              <a:ext uri="{FF2B5EF4-FFF2-40B4-BE49-F238E27FC236}">
                <a16:creationId xmlns:a16="http://schemas.microsoft.com/office/drawing/2014/main" id="{F11980E3-41F0-1A4F-8D4A-8B6B4246A373}"/>
              </a:ext>
            </a:extLst>
          </p:cNvPr>
          <p:cNvSpPr/>
          <p:nvPr/>
        </p:nvSpPr>
        <p:spPr>
          <a:xfrm rot="5400000">
            <a:off x="2270476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7" name="Triangle 246">
            <a:extLst>
              <a:ext uri="{FF2B5EF4-FFF2-40B4-BE49-F238E27FC236}">
                <a16:creationId xmlns:a16="http://schemas.microsoft.com/office/drawing/2014/main" id="{028FF5CE-09F6-F74C-958C-7478FB82D1DD}"/>
              </a:ext>
            </a:extLst>
          </p:cNvPr>
          <p:cNvSpPr/>
          <p:nvPr/>
        </p:nvSpPr>
        <p:spPr>
          <a:xfrm rot="5400000">
            <a:off x="2637124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248" name="Picture 247">
            <a:extLst>
              <a:ext uri="{FF2B5EF4-FFF2-40B4-BE49-F238E27FC236}">
                <a16:creationId xmlns:a16="http://schemas.microsoft.com/office/drawing/2014/main" id="{FD4D9243-B095-A74D-AF36-E2DAFF790F9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763883" y="3621455"/>
            <a:ext cx="559997" cy="805212"/>
          </a:xfrm>
          <a:prstGeom prst="rect">
            <a:avLst/>
          </a:prstGeom>
        </p:spPr>
      </p:pic>
      <p:sp>
        <p:nvSpPr>
          <p:cNvPr id="249" name="Rectangle 248">
            <a:extLst>
              <a:ext uri="{FF2B5EF4-FFF2-40B4-BE49-F238E27FC236}">
                <a16:creationId xmlns:a16="http://schemas.microsoft.com/office/drawing/2014/main" id="{F88C47C0-EE90-DC40-8174-0A4D3D9E8739}"/>
              </a:ext>
            </a:extLst>
          </p:cNvPr>
          <p:cNvSpPr/>
          <p:nvPr/>
        </p:nvSpPr>
        <p:spPr>
          <a:xfrm>
            <a:off x="1500723" y="5785525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87B7A4DC-6849-6440-A4CC-C648A971C6D5}"/>
              </a:ext>
            </a:extLst>
          </p:cNvPr>
          <p:cNvSpPr/>
          <p:nvPr/>
        </p:nvSpPr>
        <p:spPr>
          <a:xfrm>
            <a:off x="1752947" y="5785525"/>
            <a:ext cx="47811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D0B34EB0-CA84-3A49-860E-0453BC25AE10}"/>
              </a:ext>
            </a:extLst>
          </p:cNvPr>
          <p:cNvSpPr/>
          <p:nvPr/>
        </p:nvSpPr>
        <p:spPr>
          <a:xfrm>
            <a:off x="2223133" y="5785525"/>
            <a:ext cx="1008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11B9D11-308F-3B41-8D93-95F2517FCC33}"/>
              </a:ext>
            </a:extLst>
          </p:cNvPr>
          <p:cNvSpPr/>
          <p:nvPr/>
        </p:nvSpPr>
        <p:spPr>
          <a:xfrm>
            <a:off x="2388052" y="5785525"/>
            <a:ext cx="122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547843AE-F66D-BC48-A338-C36F0A498EC8}"/>
              </a:ext>
            </a:extLst>
          </p:cNvPr>
          <p:cNvCxnSpPr>
            <a:cxnSpLocks/>
          </p:cNvCxnSpPr>
          <p:nvPr/>
        </p:nvCxnSpPr>
        <p:spPr>
          <a:xfrm>
            <a:off x="1504177" y="5849109"/>
            <a:ext cx="100780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8A85747C-6B35-3347-B055-80CB6E92562D}"/>
              </a:ext>
            </a:extLst>
          </p:cNvPr>
          <p:cNvCxnSpPr>
            <a:cxnSpLocks/>
          </p:cNvCxnSpPr>
          <p:nvPr/>
        </p:nvCxnSpPr>
        <p:spPr>
          <a:xfrm>
            <a:off x="3051551" y="5849109"/>
            <a:ext cx="185293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riangle 254">
            <a:extLst>
              <a:ext uri="{FF2B5EF4-FFF2-40B4-BE49-F238E27FC236}">
                <a16:creationId xmlns:a16="http://schemas.microsoft.com/office/drawing/2014/main" id="{615E171C-E0BC-354A-8274-3CE25FA5EA76}"/>
              </a:ext>
            </a:extLst>
          </p:cNvPr>
          <p:cNvSpPr/>
          <p:nvPr/>
        </p:nvSpPr>
        <p:spPr>
          <a:xfrm rot="5400000">
            <a:off x="15547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6" name="Triangle 255">
            <a:extLst>
              <a:ext uri="{FF2B5EF4-FFF2-40B4-BE49-F238E27FC236}">
                <a16:creationId xmlns:a16="http://schemas.microsoft.com/office/drawing/2014/main" id="{0E68C7DF-FCDF-C346-BB32-56C5B5731B1C}"/>
              </a:ext>
            </a:extLst>
          </p:cNvPr>
          <p:cNvSpPr/>
          <p:nvPr/>
        </p:nvSpPr>
        <p:spPr>
          <a:xfrm rot="5400000">
            <a:off x="17071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7" name="Triangle 256">
            <a:extLst>
              <a:ext uri="{FF2B5EF4-FFF2-40B4-BE49-F238E27FC236}">
                <a16:creationId xmlns:a16="http://schemas.microsoft.com/office/drawing/2014/main" id="{38D98480-0938-9340-BC72-7CDEF14EAB30}"/>
              </a:ext>
            </a:extLst>
          </p:cNvPr>
          <p:cNvSpPr/>
          <p:nvPr/>
        </p:nvSpPr>
        <p:spPr>
          <a:xfrm rot="5400000">
            <a:off x="18595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8" name="Triangle 257">
            <a:extLst>
              <a:ext uri="{FF2B5EF4-FFF2-40B4-BE49-F238E27FC236}">
                <a16:creationId xmlns:a16="http://schemas.microsoft.com/office/drawing/2014/main" id="{5289CE78-96AF-9E4E-B51F-A891A4B8598F}"/>
              </a:ext>
            </a:extLst>
          </p:cNvPr>
          <p:cNvSpPr/>
          <p:nvPr/>
        </p:nvSpPr>
        <p:spPr>
          <a:xfrm rot="5400000">
            <a:off x="20119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9" name="Triangle 258">
            <a:extLst>
              <a:ext uri="{FF2B5EF4-FFF2-40B4-BE49-F238E27FC236}">
                <a16:creationId xmlns:a16="http://schemas.microsoft.com/office/drawing/2014/main" id="{C835C74C-09B7-3046-8248-D1895F015A24}"/>
              </a:ext>
            </a:extLst>
          </p:cNvPr>
          <p:cNvSpPr/>
          <p:nvPr/>
        </p:nvSpPr>
        <p:spPr>
          <a:xfrm rot="5400000">
            <a:off x="21643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0" name="Triangle 259">
            <a:extLst>
              <a:ext uri="{FF2B5EF4-FFF2-40B4-BE49-F238E27FC236}">
                <a16:creationId xmlns:a16="http://schemas.microsoft.com/office/drawing/2014/main" id="{096250E7-FBC4-E843-8B97-E6C177F11BF5}"/>
              </a:ext>
            </a:extLst>
          </p:cNvPr>
          <p:cNvSpPr/>
          <p:nvPr/>
        </p:nvSpPr>
        <p:spPr>
          <a:xfrm rot="5400000">
            <a:off x="23167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1" name="Triangle 260">
            <a:extLst>
              <a:ext uri="{FF2B5EF4-FFF2-40B4-BE49-F238E27FC236}">
                <a16:creationId xmlns:a16="http://schemas.microsoft.com/office/drawing/2014/main" id="{90E9AF09-9399-2B44-8036-388BB3429867}"/>
              </a:ext>
            </a:extLst>
          </p:cNvPr>
          <p:cNvSpPr/>
          <p:nvPr/>
        </p:nvSpPr>
        <p:spPr>
          <a:xfrm rot="5400000">
            <a:off x="24691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2" name="Triangle 261">
            <a:extLst>
              <a:ext uri="{FF2B5EF4-FFF2-40B4-BE49-F238E27FC236}">
                <a16:creationId xmlns:a16="http://schemas.microsoft.com/office/drawing/2014/main" id="{38924E33-0C41-9E44-AD40-73D35CF3EE1F}"/>
              </a:ext>
            </a:extLst>
          </p:cNvPr>
          <p:cNvSpPr/>
          <p:nvPr/>
        </p:nvSpPr>
        <p:spPr>
          <a:xfrm rot="16200000">
            <a:off x="3059335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3" name="Triangle 262">
            <a:extLst>
              <a:ext uri="{FF2B5EF4-FFF2-40B4-BE49-F238E27FC236}">
                <a16:creationId xmlns:a16="http://schemas.microsoft.com/office/drawing/2014/main" id="{3DD79B4D-C1F7-8C48-9058-0A9614BD33E2}"/>
              </a:ext>
            </a:extLst>
          </p:cNvPr>
          <p:cNvSpPr/>
          <p:nvPr/>
        </p:nvSpPr>
        <p:spPr>
          <a:xfrm rot="16200000">
            <a:off x="3170460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53A555C5-5273-B248-BD29-2438ADB7C2C0}"/>
              </a:ext>
            </a:extLst>
          </p:cNvPr>
          <p:cNvCxnSpPr>
            <a:cxnSpLocks/>
          </p:cNvCxnSpPr>
          <p:nvPr/>
        </p:nvCxnSpPr>
        <p:spPr>
          <a:xfrm>
            <a:off x="677655" y="8883685"/>
            <a:ext cx="33660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7EA45FE3-DC82-7D44-B7B5-98AFA88DC8F4}"/>
              </a:ext>
            </a:extLst>
          </p:cNvPr>
          <p:cNvCxnSpPr>
            <a:cxnSpLocks/>
          </p:cNvCxnSpPr>
          <p:nvPr/>
        </p:nvCxnSpPr>
        <p:spPr>
          <a:xfrm>
            <a:off x="1145942" y="8883685"/>
            <a:ext cx="1561658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CD3BE46-65CE-DE40-BFA9-C86E3EC89F3E}"/>
              </a:ext>
            </a:extLst>
          </p:cNvPr>
          <p:cNvSpPr/>
          <p:nvPr/>
        </p:nvSpPr>
        <p:spPr>
          <a:xfrm>
            <a:off x="681079" y="8820101"/>
            <a:ext cx="216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5A83546-C961-2944-9263-064E6AC664C5}"/>
              </a:ext>
            </a:extLst>
          </p:cNvPr>
          <p:cNvSpPr/>
          <p:nvPr/>
        </p:nvSpPr>
        <p:spPr>
          <a:xfrm>
            <a:off x="1198481" y="8820101"/>
            <a:ext cx="68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01F160C5-70F5-F74D-AD07-337BD8BE9B4A}"/>
              </a:ext>
            </a:extLst>
          </p:cNvPr>
          <p:cNvSpPr/>
          <p:nvPr/>
        </p:nvSpPr>
        <p:spPr>
          <a:xfrm>
            <a:off x="1383034" y="8820101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F9F83C3-1AEC-704F-B47D-5A4CD8A62DEE}"/>
              </a:ext>
            </a:extLst>
          </p:cNvPr>
          <p:cNvSpPr/>
          <p:nvPr/>
        </p:nvSpPr>
        <p:spPr>
          <a:xfrm>
            <a:off x="1854560" y="9129996"/>
            <a:ext cx="428155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C9C8C67-89DC-C641-9901-F826A3B8C61C}"/>
              </a:ext>
            </a:extLst>
          </p:cNvPr>
          <p:cNvSpPr/>
          <p:nvPr/>
        </p:nvSpPr>
        <p:spPr>
          <a:xfrm>
            <a:off x="2433763" y="8820101"/>
            <a:ext cx="144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1" name="Triangle 270">
            <a:extLst>
              <a:ext uri="{FF2B5EF4-FFF2-40B4-BE49-F238E27FC236}">
                <a16:creationId xmlns:a16="http://schemas.microsoft.com/office/drawing/2014/main" id="{2B87EDAE-A5E5-904E-AA81-4B6B5C418C25}"/>
              </a:ext>
            </a:extLst>
          </p:cNvPr>
          <p:cNvSpPr/>
          <p:nvPr/>
        </p:nvSpPr>
        <p:spPr>
          <a:xfrm rot="5400000">
            <a:off x="716554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2" name="Triangle 271">
            <a:extLst>
              <a:ext uri="{FF2B5EF4-FFF2-40B4-BE49-F238E27FC236}">
                <a16:creationId xmlns:a16="http://schemas.microsoft.com/office/drawing/2014/main" id="{94EA69FA-298E-F743-918E-0ECFD30A3BF5}"/>
              </a:ext>
            </a:extLst>
          </p:cNvPr>
          <p:cNvSpPr/>
          <p:nvPr/>
        </p:nvSpPr>
        <p:spPr>
          <a:xfrm rot="5400000">
            <a:off x="868954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3" name="Triangle 272">
            <a:extLst>
              <a:ext uri="{FF2B5EF4-FFF2-40B4-BE49-F238E27FC236}">
                <a16:creationId xmlns:a16="http://schemas.microsoft.com/office/drawing/2014/main" id="{7BBEC8E7-63F0-F147-A930-4EE66DE043E4}"/>
              </a:ext>
            </a:extLst>
          </p:cNvPr>
          <p:cNvSpPr/>
          <p:nvPr/>
        </p:nvSpPr>
        <p:spPr>
          <a:xfrm rot="5400000">
            <a:off x="12019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4" name="Triangle 273">
            <a:extLst>
              <a:ext uri="{FF2B5EF4-FFF2-40B4-BE49-F238E27FC236}">
                <a16:creationId xmlns:a16="http://schemas.microsoft.com/office/drawing/2014/main" id="{781E035B-9D48-234D-AABE-B610DB6E404B}"/>
              </a:ext>
            </a:extLst>
          </p:cNvPr>
          <p:cNvSpPr/>
          <p:nvPr/>
        </p:nvSpPr>
        <p:spPr>
          <a:xfrm rot="5400000">
            <a:off x="13543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5" name="Triangle 274">
            <a:extLst>
              <a:ext uri="{FF2B5EF4-FFF2-40B4-BE49-F238E27FC236}">
                <a16:creationId xmlns:a16="http://schemas.microsoft.com/office/drawing/2014/main" id="{4C41094D-70F3-724F-BFDF-9B53578C2B56}"/>
              </a:ext>
            </a:extLst>
          </p:cNvPr>
          <p:cNvSpPr/>
          <p:nvPr/>
        </p:nvSpPr>
        <p:spPr>
          <a:xfrm rot="5400000">
            <a:off x="15067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6" name="Triangle 275">
            <a:extLst>
              <a:ext uri="{FF2B5EF4-FFF2-40B4-BE49-F238E27FC236}">
                <a16:creationId xmlns:a16="http://schemas.microsoft.com/office/drawing/2014/main" id="{6C84315E-2090-8E4D-B77A-1BD5A5E2BABE}"/>
              </a:ext>
            </a:extLst>
          </p:cNvPr>
          <p:cNvSpPr/>
          <p:nvPr/>
        </p:nvSpPr>
        <p:spPr>
          <a:xfrm rot="5400000">
            <a:off x="16591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7" name="Triangle 276">
            <a:extLst>
              <a:ext uri="{FF2B5EF4-FFF2-40B4-BE49-F238E27FC236}">
                <a16:creationId xmlns:a16="http://schemas.microsoft.com/office/drawing/2014/main" id="{815B8EB0-F303-9546-9AE7-249A5AE8FB8F}"/>
              </a:ext>
            </a:extLst>
          </p:cNvPr>
          <p:cNvSpPr/>
          <p:nvPr/>
        </p:nvSpPr>
        <p:spPr>
          <a:xfrm rot="5400000">
            <a:off x="18115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8" name="Triangle 277">
            <a:extLst>
              <a:ext uri="{FF2B5EF4-FFF2-40B4-BE49-F238E27FC236}">
                <a16:creationId xmlns:a16="http://schemas.microsoft.com/office/drawing/2014/main" id="{072515D0-2E9B-474E-AF1F-8872141A754D}"/>
              </a:ext>
            </a:extLst>
          </p:cNvPr>
          <p:cNvSpPr/>
          <p:nvPr/>
        </p:nvSpPr>
        <p:spPr>
          <a:xfrm rot="5400000">
            <a:off x="19639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9" name="Triangle 278">
            <a:extLst>
              <a:ext uri="{FF2B5EF4-FFF2-40B4-BE49-F238E27FC236}">
                <a16:creationId xmlns:a16="http://schemas.microsoft.com/office/drawing/2014/main" id="{A63EC182-7151-8449-9BAE-BDDA7BD6B1DD}"/>
              </a:ext>
            </a:extLst>
          </p:cNvPr>
          <p:cNvSpPr/>
          <p:nvPr/>
        </p:nvSpPr>
        <p:spPr>
          <a:xfrm rot="5400000">
            <a:off x="21163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0" name="Triangle 279">
            <a:extLst>
              <a:ext uri="{FF2B5EF4-FFF2-40B4-BE49-F238E27FC236}">
                <a16:creationId xmlns:a16="http://schemas.microsoft.com/office/drawing/2014/main" id="{BBF08A8D-5113-CA40-9505-8A1A903F0F71}"/>
              </a:ext>
            </a:extLst>
          </p:cNvPr>
          <p:cNvSpPr/>
          <p:nvPr/>
        </p:nvSpPr>
        <p:spPr>
          <a:xfrm rot="5400000">
            <a:off x="22687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1" name="Triangle 280">
            <a:extLst>
              <a:ext uri="{FF2B5EF4-FFF2-40B4-BE49-F238E27FC236}">
                <a16:creationId xmlns:a16="http://schemas.microsoft.com/office/drawing/2014/main" id="{DB91BF44-F025-6149-AE3E-BDD4B4D99C6D}"/>
              </a:ext>
            </a:extLst>
          </p:cNvPr>
          <p:cNvSpPr/>
          <p:nvPr/>
        </p:nvSpPr>
        <p:spPr>
          <a:xfrm rot="5400000">
            <a:off x="24211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2" name="Triangle 281">
            <a:extLst>
              <a:ext uri="{FF2B5EF4-FFF2-40B4-BE49-F238E27FC236}">
                <a16:creationId xmlns:a16="http://schemas.microsoft.com/office/drawing/2014/main" id="{40289357-E9E7-0C41-80BC-99C78BBA93F4}"/>
              </a:ext>
            </a:extLst>
          </p:cNvPr>
          <p:cNvSpPr/>
          <p:nvPr/>
        </p:nvSpPr>
        <p:spPr>
          <a:xfrm rot="5400000">
            <a:off x="25735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3" name="Triangle 282">
            <a:extLst>
              <a:ext uri="{FF2B5EF4-FFF2-40B4-BE49-F238E27FC236}">
                <a16:creationId xmlns:a16="http://schemas.microsoft.com/office/drawing/2014/main" id="{AF072C1A-0473-6040-BA7B-1CEA5799656F}"/>
              </a:ext>
            </a:extLst>
          </p:cNvPr>
          <p:cNvSpPr/>
          <p:nvPr/>
        </p:nvSpPr>
        <p:spPr>
          <a:xfrm rot="5400000">
            <a:off x="18850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4" name="Triangle 283">
            <a:extLst>
              <a:ext uri="{FF2B5EF4-FFF2-40B4-BE49-F238E27FC236}">
                <a16:creationId xmlns:a16="http://schemas.microsoft.com/office/drawing/2014/main" id="{96F4A6F1-14D4-3942-8BC1-5C239A2C9222}"/>
              </a:ext>
            </a:extLst>
          </p:cNvPr>
          <p:cNvSpPr/>
          <p:nvPr/>
        </p:nvSpPr>
        <p:spPr>
          <a:xfrm rot="5400000">
            <a:off x="20374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5" name="Triangle 284">
            <a:extLst>
              <a:ext uri="{FF2B5EF4-FFF2-40B4-BE49-F238E27FC236}">
                <a16:creationId xmlns:a16="http://schemas.microsoft.com/office/drawing/2014/main" id="{79E6CE19-75BD-5C42-8E2B-5F5AB2F13C8B}"/>
              </a:ext>
            </a:extLst>
          </p:cNvPr>
          <p:cNvSpPr/>
          <p:nvPr/>
        </p:nvSpPr>
        <p:spPr>
          <a:xfrm rot="5400000">
            <a:off x="21898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8694334-436D-D541-BEAA-4934E5686F57}"/>
              </a:ext>
            </a:extLst>
          </p:cNvPr>
          <p:cNvSpPr txBox="1"/>
          <p:nvPr/>
        </p:nvSpPr>
        <p:spPr>
          <a:xfrm>
            <a:off x="130354" y="8923526"/>
            <a:ext cx="461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3D2B0C55-45BE-C34C-8031-345466F05BFB}"/>
              </a:ext>
            </a:extLst>
          </p:cNvPr>
          <p:cNvSpPr txBox="1"/>
          <p:nvPr/>
        </p:nvSpPr>
        <p:spPr>
          <a:xfrm>
            <a:off x="128470" y="9413716"/>
            <a:ext cx="6354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E693769-7901-8848-805D-00FEF3FB7DD9}"/>
              </a:ext>
            </a:extLst>
          </p:cNvPr>
          <p:cNvSpPr txBox="1"/>
          <p:nvPr/>
        </p:nvSpPr>
        <p:spPr>
          <a:xfrm>
            <a:off x="3462976" y="135886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9E5B8563-CCC2-EC49-865A-02052F793787}"/>
              </a:ext>
            </a:extLst>
          </p:cNvPr>
          <p:cNvSpPr txBox="1"/>
          <p:nvPr/>
        </p:nvSpPr>
        <p:spPr>
          <a:xfrm>
            <a:off x="4914162" y="8985232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TraesCS7B02G013100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53E816B3-14C0-7C47-81FE-DA1F3ADA92A6}"/>
              </a:ext>
            </a:extLst>
          </p:cNvPr>
          <p:cNvSpPr txBox="1"/>
          <p:nvPr/>
        </p:nvSpPr>
        <p:spPr>
          <a:xfrm>
            <a:off x="4213482" y="8798301"/>
            <a:ext cx="495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783978EC-A87A-E340-BAC4-1179643A51F9}"/>
              </a:ext>
            </a:extLst>
          </p:cNvPr>
          <p:cNvSpPr txBox="1"/>
          <p:nvPr/>
        </p:nvSpPr>
        <p:spPr>
          <a:xfrm>
            <a:off x="4060570" y="9207550"/>
            <a:ext cx="682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8F5583F4-F946-9043-931B-C4C303495E63}"/>
              </a:ext>
            </a:extLst>
          </p:cNvPr>
          <p:cNvSpPr/>
          <p:nvPr/>
        </p:nvSpPr>
        <p:spPr>
          <a:xfrm>
            <a:off x="4862611" y="9282397"/>
            <a:ext cx="1869072" cy="959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3" name="Triangle 292">
            <a:extLst>
              <a:ext uri="{FF2B5EF4-FFF2-40B4-BE49-F238E27FC236}">
                <a16:creationId xmlns:a16="http://schemas.microsoft.com/office/drawing/2014/main" id="{DBAC59AE-02CB-EF40-AD2B-6F86ACFE8679}"/>
              </a:ext>
            </a:extLst>
          </p:cNvPr>
          <p:cNvSpPr/>
          <p:nvPr/>
        </p:nvSpPr>
        <p:spPr>
          <a:xfrm rot="5400000">
            <a:off x="4940353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4" name="Triangle 293">
            <a:extLst>
              <a:ext uri="{FF2B5EF4-FFF2-40B4-BE49-F238E27FC236}">
                <a16:creationId xmlns:a16="http://schemas.microsoft.com/office/drawing/2014/main" id="{BC19C4D3-FEAB-4248-AEDC-FDD367329624}"/>
              </a:ext>
            </a:extLst>
          </p:cNvPr>
          <p:cNvSpPr/>
          <p:nvPr/>
        </p:nvSpPr>
        <p:spPr>
          <a:xfrm rot="5400000">
            <a:off x="5788549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3F654ADC-9DCC-BA4F-A44C-6E9DC0521F27}"/>
              </a:ext>
            </a:extLst>
          </p:cNvPr>
          <p:cNvCxnSpPr>
            <a:cxnSpLocks/>
          </p:cNvCxnSpPr>
          <p:nvPr/>
        </p:nvCxnSpPr>
        <p:spPr>
          <a:xfrm>
            <a:off x="4872578" y="8906023"/>
            <a:ext cx="124589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 295">
            <a:extLst>
              <a:ext uri="{FF2B5EF4-FFF2-40B4-BE49-F238E27FC236}">
                <a16:creationId xmlns:a16="http://schemas.microsoft.com/office/drawing/2014/main" id="{544DC3E2-41FF-7241-BFF0-A3B64CBFE762}"/>
              </a:ext>
            </a:extLst>
          </p:cNvPr>
          <p:cNvSpPr/>
          <p:nvPr/>
        </p:nvSpPr>
        <p:spPr>
          <a:xfrm>
            <a:off x="4957399" y="8842439"/>
            <a:ext cx="109794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35B21674-0E2F-D14E-BFEE-2BFB73FC51CD}"/>
              </a:ext>
            </a:extLst>
          </p:cNvPr>
          <p:cNvSpPr/>
          <p:nvPr/>
        </p:nvSpPr>
        <p:spPr>
          <a:xfrm>
            <a:off x="5463448" y="8842439"/>
            <a:ext cx="36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86F642AF-9E28-854C-901E-6477D1BD8E2B}"/>
              </a:ext>
            </a:extLst>
          </p:cNvPr>
          <p:cNvSpPr/>
          <p:nvPr/>
        </p:nvSpPr>
        <p:spPr>
          <a:xfrm>
            <a:off x="5569617" y="8843023"/>
            <a:ext cx="147381" cy="12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9" name="Triangle 298">
            <a:extLst>
              <a:ext uri="{FF2B5EF4-FFF2-40B4-BE49-F238E27FC236}">
                <a16:creationId xmlns:a16="http://schemas.microsoft.com/office/drawing/2014/main" id="{17BE79DE-6132-9247-877C-8CFE1E772987}"/>
              </a:ext>
            </a:extLst>
          </p:cNvPr>
          <p:cNvSpPr/>
          <p:nvPr/>
        </p:nvSpPr>
        <p:spPr>
          <a:xfrm rot="5400000">
            <a:off x="4955240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0" name="Triangle 299">
            <a:extLst>
              <a:ext uri="{FF2B5EF4-FFF2-40B4-BE49-F238E27FC236}">
                <a16:creationId xmlns:a16="http://schemas.microsoft.com/office/drawing/2014/main" id="{9725D73A-9D38-FE41-BDA5-DA0AEB094BBB}"/>
              </a:ext>
            </a:extLst>
          </p:cNvPr>
          <p:cNvSpPr/>
          <p:nvPr/>
        </p:nvSpPr>
        <p:spPr>
          <a:xfrm rot="5400000">
            <a:off x="5111196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1" name="Triangle 300">
            <a:extLst>
              <a:ext uri="{FF2B5EF4-FFF2-40B4-BE49-F238E27FC236}">
                <a16:creationId xmlns:a16="http://schemas.microsoft.com/office/drawing/2014/main" id="{40C69AAB-280B-9845-9B5E-7E0D7AA57D0C}"/>
              </a:ext>
            </a:extLst>
          </p:cNvPr>
          <p:cNvSpPr/>
          <p:nvPr/>
        </p:nvSpPr>
        <p:spPr>
          <a:xfrm rot="5400000">
            <a:off x="5267152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2" name="Triangle 301">
            <a:extLst>
              <a:ext uri="{FF2B5EF4-FFF2-40B4-BE49-F238E27FC236}">
                <a16:creationId xmlns:a16="http://schemas.microsoft.com/office/drawing/2014/main" id="{CDE1BE04-918A-D341-B02C-F7ED40F380CB}"/>
              </a:ext>
            </a:extLst>
          </p:cNvPr>
          <p:cNvSpPr/>
          <p:nvPr/>
        </p:nvSpPr>
        <p:spPr>
          <a:xfrm rot="5400000">
            <a:off x="5423108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3" name="Triangle 302">
            <a:extLst>
              <a:ext uri="{FF2B5EF4-FFF2-40B4-BE49-F238E27FC236}">
                <a16:creationId xmlns:a16="http://schemas.microsoft.com/office/drawing/2014/main" id="{22989505-2F0D-ED4D-AAAF-7B2E5CE0CEF0}"/>
              </a:ext>
            </a:extLst>
          </p:cNvPr>
          <p:cNvSpPr/>
          <p:nvPr/>
        </p:nvSpPr>
        <p:spPr>
          <a:xfrm rot="5400000">
            <a:off x="5579064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4" name="Triangle 303">
            <a:extLst>
              <a:ext uri="{FF2B5EF4-FFF2-40B4-BE49-F238E27FC236}">
                <a16:creationId xmlns:a16="http://schemas.microsoft.com/office/drawing/2014/main" id="{F2AA18B1-2ECE-F94D-863F-D45B5393E28C}"/>
              </a:ext>
            </a:extLst>
          </p:cNvPr>
          <p:cNvSpPr/>
          <p:nvPr/>
        </p:nvSpPr>
        <p:spPr>
          <a:xfrm rot="5400000">
            <a:off x="5364451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5" name="Triangle 304">
            <a:extLst>
              <a:ext uri="{FF2B5EF4-FFF2-40B4-BE49-F238E27FC236}">
                <a16:creationId xmlns:a16="http://schemas.microsoft.com/office/drawing/2014/main" id="{12138970-A908-7F4F-B56C-AC3712FDF229}"/>
              </a:ext>
            </a:extLst>
          </p:cNvPr>
          <p:cNvSpPr/>
          <p:nvPr/>
        </p:nvSpPr>
        <p:spPr>
          <a:xfrm rot="5400000">
            <a:off x="6212647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8" name="Triangle 307">
            <a:extLst>
              <a:ext uri="{FF2B5EF4-FFF2-40B4-BE49-F238E27FC236}">
                <a16:creationId xmlns:a16="http://schemas.microsoft.com/office/drawing/2014/main" id="{611020B9-2375-0542-B8C4-A71134C30DB7}"/>
              </a:ext>
            </a:extLst>
          </p:cNvPr>
          <p:cNvSpPr/>
          <p:nvPr/>
        </p:nvSpPr>
        <p:spPr>
          <a:xfrm rot="5400000">
            <a:off x="5735020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9" name="Triangle 308">
            <a:extLst>
              <a:ext uri="{FF2B5EF4-FFF2-40B4-BE49-F238E27FC236}">
                <a16:creationId xmlns:a16="http://schemas.microsoft.com/office/drawing/2014/main" id="{39089B32-42F3-6C41-A248-2E3EE0379028}"/>
              </a:ext>
            </a:extLst>
          </p:cNvPr>
          <p:cNvSpPr/>
          <p:nvPr/>
        </p:nvSpPr>
        <p:spPr>
          <a:xfrm rot="5400000">
            <a:off x="5890976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10" name="Triangle 309">
            <a:extLst>
              <a:ext uri="{FF2B5EF4-FFF2-40B4-BE49-F238E27FC236}">
                <a16:creationId xmlns:a16="http://schemas.microsoft.com/office/drawing/2014/main" id="{68A2B40C-B137-8043-8C8D-E6D329878D11}"/>
              </a:ext>
            </a:extLst>
          </p:cNvPr>
          <p:cNvSpPr/>
          <p:nvPr/>
        </p:nvSpPr>
        <p:spPr>
          <a:xfrm rot="5400000">
            <a:off x="6046931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11" name="Triangle 310">
            <a:extLst>
              <a:ext uri="{FF2B5EF4-FFF2-40B4-BE49-F238E27FC236}">
                <a16:creationId xmlns:a16="http://schemas.microsoft.com/office/drawing/2014/main" id="{AF6647A8-98E0-854D-B200-B28FE11A3A28}"/>
              </a:ext>
            </a:extLst>
          </p:cNvPr>
          <p:cNvSpPr/>
          <p:nvPr/>
        </p:nvSpPr>
        <p:spPr>
          <a:xfrm rot="5400000">
            <a:off x="6573803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312F8FE-80BC-BD47-844B-BD0437BDAA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1481" y="9160790"/>
            <a:ext cx="2483648" cy="285750"/>
          </a:xfrm>
          <a:prstGeom prst="rect">
            <a:avLst/>
          </a:prstGeom>
        </p:spPr>
      </p:pic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174B4ED6-D5CB-7947-B5DF-60E8C86FE982}"/>
              </a:ext>
            </a:extLst>
          </p:cNvPr>
          <p:cNvCxnSpPr>
            <a:cxnSpLocks/>
          </p:cNvCxnSpPr>
          <p:nvPr/>
        </p:nvCxnSpPr>
        <p:spPr>
          <a:xfrm flipH="1">
            <a:off x="4593641" y="1052623"/>
            <a:ext cx="15813" cy="353514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extBox 312">
            <a:extLst>
              <a:ext uri="{FF2B5EF4-FFF2-40B4-BE49-F238E27FC236}">
                <a16:creationId xmlns:a16="http://schemas.microsoft.com/office/drawing/2014/main" id="{CCC342BA-07E5-244E-8ABD-C368593D7091}"/>
              </a:ext>
            </a:extLst>
          </p:cNvPr>
          <p:cNvSpPr txBox="1"/>
          <p:nvPr/>
        </p:nvSpPr>
        <p:spPr>
          <a:xfrm>
            <a:off x="3698604" y="725741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BAA3DA87-27D1-4D4A-B0BA-B5EB0657ABC9}"/>
              </a:ext>
            </a:extLst>
          </p:cNvPr>
          <p:cNvCxnSpPr>
            <a:cxnSpLocks/>
          </p:cNvCxnSpPr>
          <p:nvPr/>
        </p:nvCxnSpPr>
        <p:spPr>
          <a:xfrm flipH="1" flipV="1">
            <a:off x="5626895" y="1293046"/>
            <a:ext cx="215302" cy="322014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10DFC469-9954-5E4E-BDDF-98867DE9309C}"/>
              </a:ext>
            </a:extLst>
          </p:cNvPr>
          <p:cNvSpPr txBox="1"/>
          <p:nvPr/>
        </p:nvSpPr>
        <p:spPr>
          <a:xfrm>
            <a:off x="4684277" y="1615060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TraesCS7B02G013100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953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1FDB2D-5323-0240-887B-4E82796FD658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424F52-1D60-6C43-B654-06F06A90D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4220"/>
            <a:ext cx="685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0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1FDB2D-5323-0240-887B-4E82796FD658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61CAE1-209A-6045-A413-96B2626FB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80" y="1202634"/>
            <a:ext cx="3042084" cy="28392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DBBB7A-AA87-E34F-B09C-019398EFE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484" y="1202634"/>
            <a:ext cx="3042084" cy="28392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6AB74D-4230-8248-8E0B-4068AC516565}"/>
              </a:ext>
            </a:extLst>
          </p:cNvPr>
          <p:cNvSpPr txBox="1"/>
          <p:nvPr/>
        </p:nvSpPr>
        <p:spPr>
          <a:xfrm>
            <a:off x="60562" y="1233355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9F458-F75F-384B-8167-4DBC7EDF3D24}"/>
              </a:ext>
            </a:extLst>
          </p:cNvPr>
          <p:cNvSpPr txBox="1"/>
          <p:nvPr/>
        </p:nvSpPr>
        <p:spPr>
          <a:xfrm>
            <a:off x="3452285" y="1233355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1006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6F8CDD3-BF5A-B347-B472-F16451FF1E5E}"/>
              </a:ext>
            </a:extLst>
          </p:cNvPr>
          <p:cNvSpPr/>
          <p:nvPr/>
        </p:nvSpPr>
        <p:spPr>
          <a:xfrm>
            <a:off x="1" y="1428278"/>
            <a:ext cx="6858000" cy="3173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FDB2D-5323-0240-887B-4E82796FD658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?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067034B-C7B9-684B-9C2E-AC66395DAEF1}"/>
              </a:ext>
            </a:extLst>
          </p:cNvPr>
          <p:cNvSpPr>
            <a:spLocks noChangeAspect="1"/>
          </p:cNvSpPr>
          <p:nvPr/>
        </p:nvSpPr>
        <p:spPr>
          <a:xfrm>
            <a:off x="146884" y="1982675"/>
            <a:ext cx="1911241" cy="1911241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9208B77-378B-1741-8EC2-DD9517D19AF3}"/>
              </a:ext>
            </a:extLst>
          </p:cNvPr>
          <p:cNvSpPr>
            <a:spLocks noChangeAspect="1"/>
          </p:cNvSpPr>
          <p:nvPr/>
        </p:nvSpPr>
        <p:spPr>
          <a:xfrm>
            <a:off x="1679537" y="2712867"/>
            <a:ext cx="450857" cy="450857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4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208235-333E-C449-8F85-C2D4F614C564}"/>
              </a:ext>
            </a:extLst>
          </p:cNvPr>
          <p:cNvSpPr>
            <a:spLocks noChangeAspect="1"/>
          </p:cNvSpPr>
          <p:nvPr/>
        </p:nvSpPr>
        <p:spPr>
          <a:xfrm>
            <a:off x="2377317" y="1982675"/>
            <a:ext cx="1911241" cy="1911241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F9E55A7-6720-3845-BFEC-F767DB1E7AA8}"/>
              </a:ext>
            </a:extLst>
          </p:cNvPr>
          <p:cNvSpPr>
            <a:spLocks noChangeAspect="1"/>
          </p:cNvSpPr>
          <p:nvPr/>
        </p:nvSpPr>
        <p:spPr>
          <a:xfrm>
            <a:off x="3894986" y="2693264"/>
            <a:ext cx="490062" cy="490062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4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2BA5632-245B-234D-94E1-278AD2F95F23}"/>
              </a:ext>
            </a:extLst>
          </p:cNvPr>
          <p:cNvSpPr>
            <a:spLocks noChangeAspect="1"/>
          </p:cNvSpPr>
          <p:nvPr/>
        </p:nvSpPr>
        <p:spPr>
          <a:xfrm>
            <a:off x="4607751" y="1982675"/>
            <a:ext cx="1911241" cy="1911241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EDBF168-9073-C24D-941B-4D28E15AFC90}"/>
              </a:ext>
            </a:extLst>
          </p:cNvPr>
          <p:cNvSpPr>
            <a:spLocks noChangeAspect="1"/>
          </p:cNvSpPr>
          <p:nvPr/>
        </p:nvSpPr>
        <p:spPr>
          <a:xfrm>
            <a:off x="6153186" y="2717768"/>
            <a:ext cx="441055" cy="441055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4FCFBA-3EB6-3843-981F-C46D664B9F04}"/>
              </a:ext>
            </a:extLst>
          </p:cNvPr>
          <p:cNvSpPr txBox="1"/>
          <p:nvPr/>
        </p:nvSpPr>
        <p:spPr>
          <a:xfrm>
            <a:off x="292025" y="151804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dirty="0">
                <a:latin typeface="Helvetica" pitchFamily="2" charset="0"/>
              </a:rPr>
              <a:t>A-origin reads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0760F3-8956-4648-96D5-7F686B70A51F}"/>
              </a:ext>
            </a:extLst>
          </p:cNvPr>
          <p:cNvSpPr txBox="1"/>
          <p:nvPr/>
        </p:nvSpPr>
        <p:spPr>
          <a:xfrm>
            <a:off x="2529057" y="151804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dirty="0">
                <a:latin typeface="Helvetica" pitchFamily="2" charset="0"/>
              </a:rPr>
              <a:t>B-origin reads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16F175-910D-6F46-A542-3DA500A3FACE}"/>
              </a:ext>
            </a:extLst>
          </p:cNvPr>
          <p:cNvSpPr txBox="1"/>
          <p:nvPr/>
        </p:nvSpPr>
        <p:spPr>
          <a:xfrm>
            <a:off x="4766089" y="151804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dirty="0">
                <a:latin typeface="Helvetica" pitchFamily="2" charset="0"/>
              </a:rPr>
              <a:t>D-origin reads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ACD38E-0FB6-604F-B383-599C079C761B}"/>
              </a:ext>
            </a:extLst>
          </p:cNvPr>
          <p:cNvSpPr txBox="1"/>
          <p:nvPr/>
        </p:nvSpPr>
        <p:spPr>
          <a:xfrm>
            <a:off x="687164" y="279223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312,230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54A0E9-48BC-5148-83D6-6FD1611F7247}"/>
              </a:ext>
            </a:extLst>
          </p:cNvPr>
          <p:cNvSpPr txBox="1"/>
          <p:nvPr/>
        </p:nvSpPr>
        <p:spPr>
          <a:xfrm>
            <a:off x="1719697" y="4161894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8,905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47DAEF-8225-1746-A3FA-B94B793AA0B5}"/>
              </a:ext>
            </a:extLst>
          </p:cNvPr>
          <p:cNvSpPr txBox="1"/>
          <p:nvPr/>
        </p:nvSpPr>
        <p:spPr>
          <a:xfrm>
            <a:off x="937617" y="416189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83,764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06F9FF-2FBE-3A4B-8EE8-BF55D923A4B2}"/>
              </a:ext>
            </a:extLst>
          </p:cNvPr>
          <p:cNvSpPr txBox="1"/>
          <p:nvPr/>
        </p:nvSpPr>
        <p:spPr>
          <a:xfrm>
            <a:off x="2917598" y="279223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307,030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80C91D-8B00-1A47-966D-54D45282DAE8}"/>
              </a:ext>
            </a:extLst>
          </p:cNvPr>
          <p:cNvSpPr txBox="1"/>
          <p:nvPr/>
        </p:nvSpPr>
        <p:spPr>
          <a:xfrm>
            <a:off x="3838742" y="4161894"/>
            <a:ext cx="718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11,629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E860EB-88F4-5C44-A10A-8454AB474AD7}"/>
              </a:ext>
            </a:extLst>
          </p:cNvPr>
          <p:cNvSpPr txBox="1"/>
          <p:nvPr/>
        </p:nvSpPr>
        <p:spPr>
          <a:xfrm>
            <a:off x="3108901" y="416189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88,179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8ECA97-3A4E-5B4E-B09C-94EA7A1DE7A9}"/>
              </a:ext>
            </a:extLst>
          </p:cNvPr>
          <p:cNvSpPr txBox="1"/>
          <p:nvPr/>
        </p:nvSpPr>
        <p:spPr>
          <a:xfrm>
            <a:off x="5099806" y="279223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312,920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C625AE-B743-4141-AEB6-4ADB5E2EE7AE}"/>
              </a:ext>
            </a:extLst>
          </p:cNvPr>
          <p:cNvSpPr txBox="1"/>
          <p:nvPr/>
        </p:nvSpPr>
        <p:spPr>
          <a:xfrm>
            <a:off x="6201779" y="4161894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8,421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3A32A0-7B6E-7540-A6E7-0140B691AC5D}"/>
              </a:ext>
            </a:extLst>
          </p:cNvPr>
          <p:cNvSpPr txBox="1"/>
          <p:nvPr/>
        </p:nvSpPr>
        <p:spPr>
          <a:xfrm>
            <a:off x="5470489" y="416189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82,155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8D2307-4D1D-164D-8B31-5EE8093D7D06}"/>
              </a:ext>
            </a:extLst>
          </p:cNvPr>
          <p:cNvCxnSpPr/>
          <p:nvPr/>
        </p:nvCxnSpPr>
        <p:spPr>
          <a:xfrm flipV="1">
            <a:off x="2081734" y="2946122"/>
            <a:ext cx="0" cy="1215772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262CE36-14D5-6E45-842C-A3E90AF33D3B}"/>
              </a:ext>
            </a:extLst>
          </p:cNvPr>
          <p:cNvCxnSpPr>
            <a:cxnSpLocks/>
          </p:cNvCxnSpPr>
          <p:nvPr/>
        </p:nvCxnSpPr>
        <p:spPr>
          <a:xfrm flipV="1">
            <a:off x="1420721" y="2946122"/>
            <a:ext cx="451957" cy="121577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67D962B-79E9-9040-BC60-1CBA2B58FC80}"/>
              </a:ext>
            </a:extLst>
          </p:cNvPr>
          <p:cNvCxnSpPr/>
          <p:nvPr/>
        </p:nvCxnSpPr>
        <p:spPr>
          <a:xfrm flipV="1">
            <a:off x="4332246" y="2946122"/>
            <a:ext cx="0" cy="1215772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4C68882-B3F0-3B43-B589-1E092DCF6B9C}"/>
              </a:ext>
            </a:extLst>
          </p:cNvPr>
          <p:cNvCxnSpPr>
            <a:cxnSpLocks/>
          </p:cNvCxnSpPr>
          <p:nvPr/>
        </p:nvCxnSpPr>
        <p:spPr>
          <a:xfrm flipV="1">
            <a:off x="3671233" y="2946122"/>
            <a:ext cx="451957" cy="121577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2B8FFF8-B89B-C746-8245-B5770A2EE308}"/>
              </a:ext>
            </a:extLst>
          </p:cNvPr>
          <p:cNvCxnSpPr/>
          <p:nvPr/>
        </p:nvCxnSpPr>
        <p:spPr>
          <a:xfrm flipV="1">
            <a:off x="6549800" y="2942924"/>
            <a:ext cx="0" cy="1215772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EABEA8E-DDBB-D641-81FB-7848B865C94E}"/>
              </a:ext>
            </a:extLst>
          </p:cNvPr>
          <p:cNvCxnSpPr>
            <a:cxnSpLocks/>
          </p:cNvCxnSpPr>
          <p:nvPr/>
        </p:nvCxnSpPr>
        <p:spPr>
          <a:xfrm flipV="1">
            <a:off x="5903901" y="2942924"/>
            <a:ext cx="451957" cy="121577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4F21463-04F2-6E44-A9E2-2229B0ED992E}"/>
              </a:ext>
            </a:extLst>
          </p:cNvPr>
          <p:cNvSpPr txBox="1"/>
          <p:nvPr/>
        </p:nvSpPr>
        <p:spPr>
          <a:xfrm>
            <a:off x="687163" y="2038441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HISAT2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9555E1-6925-D946-9D74-47DC83CA2E38}"/>
              </a:ext>
            </a:extLst>
          </p:cNvPr>
          <p:cNvSpPr txBox="1"/>
          <p:nvPr/>
        </p:nvSpPr>
        <p:spPr>
          <a:xfrm>
            <a:off x="2925309" y="2038441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HISAT2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76FB4E-F8A5-2B40-91DA-5E1171BB34D8}"/>
              </a:ext>
            </a:extLst>
          </p:cNvPr>
          <p:cNvSpPr txBox="1"/>
          <p:nvPr/>
        </p:nvSpPr>
        <p:spPr>
          <a:xfrm>
            <a:off x="5163454" y="2038441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HISAT2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B6245A3-3EB7-9140-AA18-FC54247F5393}"/>
              </a:ext>
            </a:extLst>
          </p:cNvPr>
          <p:cNvSpPr txBox="1"/>
          <p:nvPr/>
        </p:nvSpPr>
        <p:spPr>
          <a:xfrm>
            <a:off x="1210907" y="2434893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EAGLE-RC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A6B7F4-E6ED-474F-B8BA-94718EFFC657}"/>
              </a:ext>
            </a:extLst>
          </p:cNvPr>
          <p:cNvSpPr txBox="1"/>
          <p:nvPr/>
        </p:nvSpPr>
        <p:spPr>
          <a:xfrm>
            <a:off x="3451108" y="2434893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EAGLE-RC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47B413-B9D4-A949-B061-E0959A28088B}"/>
              </a:ext>
            </a:extLst>
          </p:cNvPr>
          <p:cNvSpPr txBox="1"/>
          <p:nvPr/>
        </p:nvSpPr>
        <p:spPr>
          <a:xfrm>
            <a:off x="5691309" y="2434893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EAGLE-RC</a:t>
            </a:r>
          </a:p>
        </p:txBody>
      </p:sp>
    </p:spTree>
    <p:extLst>
      <p:ext uri="{BB962C8B-B14F-4D97-AF65-F5344CB8AC3E}">
        <p14:creationId xmlns:p14="http://schemas.microsoft.com/office/powerpoint/2010/main" val="4158730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2BBC4F-A017-344F-B474-43277FDF0800}"/>
              </a:ext>
            </a:extLst>
          </p:cNvPr>
          <p:cNvSpPr txBox="1"/>
          <p:nvPr/>
        </p:nvSpPr>
        <p:spPr>
          <a:xfrm>
            <a:off x="131871" y="6668697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86F0E-80FB-0C4C-B294-ACEF635A094C}"/>
              </a:ext>
            </a:extLst>
          </p:cNvPr>
          <p:cNvSpPr txBox="1"/>
          <p:nvPr/>
        </p:nvSpPr>
        <p:spPr>
          <a:xfrm>
            <a:off x="130268" y="116933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E096A-768C-8349-8F8A-AB83BDE8482B}"/>
              </a:ext>
            </a:extLst>
          </p:cNvPr>
          <p:cNvSpPr txBox="1"/>
          <p:nvPr/>
        </p:nvSpPr>
        <p:spPr>
          <a:xfrm>
            <a:off x="135878" y="33540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pic>
        <p:nvPicPr>
          <p:cNvPr id="8" name="Picture 7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226DBE0A-AE87-504C-81BC-74D80E16C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14" y="101435"/>
            <a:ext cx="5566072" cy="3180612"/>
          </a:xfrm>
          <a:prstGeom prst="rect">
            <a:avLst/>
          </a:prstGeom>
        </p:spPr>
      </p:pic>
      <p:pic>
        <p:nvPicPr>
          <p:cNvPr id="13" name="Picture 1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5EE8073F-C6C2-8E49-96D2-68954694F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14" y="3371343"/>
            <a:ext cx="5566071" cy="3180612"/>
          </a:xfrm>
          <a:prstGeom prst="rect">
            <a:avLst/>
          </a:prstGeom>
        </p:spPr>
      </p:pic>
      <p:pic>
        <p:nvPicPr>
          <p:cNvPr id="15" name="Picture 14" descr="A screenshot of a cell phone&#10;&#10;Description automatically generated">
            <a:extLst>
              <a:ext uri="{FF2B5EF4-FFF2-40B4-BE49-F238E27FC236}">
                <a16:creationId xmlns:a16="http://schemas.microsoft.com/office/drawing/2014/main" id="{82CCB39D-14E8-B14A-BE64-1C9DEFC1E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14" y="6641251"/>
            <a:ext cx="5566071" cy="318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61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1194</TotalTime>
  <Words>172</Words>
  <Application>Microsoft Macintosh PowerPoint</Application>
  <PresentationFormat>A4 Paper (210x297 mm)</PresentationFormat>
  <Paragraphs>131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Hiragino Kaku Gothic ProN W6</vt:lpstr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SunJianqiang</dc:creator>
  <cp:lastModifiedBy>FuXi</cp:lastModifiedBy>
  <cp:revision>112</cp:revision>
  <dcterms:created xsi:type="dcterms:W3CDTF">2020-05-12T00:59:39Z</dcterms:created>
  <dcterms:modified xsi:type="dcterms:W3CDTF">2021-02-18T12:30:48Z</dcterms:modified>
</cp:coreProperties>
</file>